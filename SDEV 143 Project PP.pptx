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E77846B-ACC5-4B95-A508-E35968C8A7D3}" v="24" dt="2026-02-08T17:44:10.2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59" d="100"/>
          <a:sy n="59" d="100"/>
        </p:scale>
        <p:origin x="84" y="2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un Ratcliff" userId="1720d92ff15e284e" providerId="LiveId" clId="{782A1E08-4343-4DE7-BABB-D7C702D94E7D}"/>
    <pc:docChg chg="undo custSel addSld modSld">
      <pc:chgData name="Shaun Ratcliff" userId="1720d92ff15e284e" providerId="LiveId" clId="{782A1E08-4343-4DE7-BABB-D7C702D94E7D}" dt="2026-02-09T20:06:38.434" v="900" actId="1076"/>
      <pc:docMkLst>
        <pc:docMk/>
      </pc:docMkLst>
      <pc:sldChg chg="addSp modSp mod">
        <pc:chgData name="Shaun Ratcliff" userId="1720d92ff15e284e" providerId="LiveId" clId="{782A1E08-4343-4DE7-BABB-D7C702D94E7D}" dt="2026-01-25T20:15:52.053" v="103" actId="692"/>
        <pc:sldMkLst>
          <pc:docMk/>
          <pc:sldMk cId="2238048470" sldId="257"/>
        </pc:sldMkLst>
        <pc:spChg chg="mod">
          <ac:chgData name="Shaun Ratcliff" userId="1720d92ff15e284e" providerId="LiveId" clId="{782A1E08-4343-4DE7-BABB-D7C702D94E7D}" dt="2026-01-25T19:45:33.072" v="19" actId="113"/>
          <ac:spMkLst>
            <pc:docMk/>
            <pc:sldMk cId="2238048470" sldId="257"/>
            <ac:spMk id="9" creationId="{D9F17123-281D-94D3-0E6E-3EC2FA789F1B}"/>
          </ac:spMkLst>
        </pc:spChg>
        <pc:spChg chg="add mod">
          <ac:chgData name="Shaun Ratcliff" userId="1720d92ff15e284e" providerId="LiveId" clId="{782A1E08-4343-4DE7-BABB-D7C702D94E7D}" dt="2026-01-25T20:15:10.965" v="95" actId="692"/>
          <ac:spMkLst>
            <pc:docMk/>
            <pc:sldMk cId="2238048470" sldId="257"/>
            <ac:spMk id="14" creationId="{ACCE6BC5-4B07-30ED-692F-BF7189DC8B27}"/>
          </ac:spMkLst>
        </pc:spChg>
        <pc:picChg chg="add mod">
          <ac:chgData name="Shaun Ratcliff" userId="1720d92ff15e284e" providerId="LiveId" clId="{782A1E08-4343-4DE7-BABB-D7C702D94E7D}" dt="2026-01-25T20:13:32.170" v="31" actId="1076"/>
          <ac:picMkLst>
            <pc:docMk/>
            <pc:sldMk cId="2238048470" sldId="257"/>
            <ac:picMk id="5" creationId="{55B78BC3-058E-ECC4-183B-282D064FACC9}"/>
          </ac:picMkLst>
        </pc:picChg>
        <pc:picChg chg="add mod">
          <ac:chgData name="Shaun Ratcliff" userId="1720d92ff15e284e" providerId="LiveId" clId="{782A1E08-4343-4DE7-BABB-D7C702D94E7D}" dt="2026-01-25T19:47:44.058" v="21" actId="1076"/>
          <ac:picMkLst>
            <pc:docMk/>
            <pc:sldMk cId="2238048470" sldId="257"/>
            <ac:picMk id="32" creationId="{E7AE8119-E513-34E0-271F-E65545B5C27C}"/>
          </ac:picMkLst>
        </pc:picChg>
        <pc:cxnChg chg="add mod">
          <ac:chgData name="Shaun Ratcliff" userId="1720d92ff15e284e" providerId="LiveId" clId="{782A1E08-4343-4DE7-BABB-D7C702D94E7D}" dt="2026-01-25T20:15:52.053" v="103" actId="692"/>
          <ac:cxnSpMkLst>
            <pc:docMk/>
            <pc:sldMk cId="2238048470" sldId="257"/>
            <ac:cxnSpMk id="17" creationId="{B5E7426E-602D-FB53-0735-93BDD44C00F1}"/>
          </ac:cxnSpMkLst>
        </pc:cxnChg>
        <pc:cxnChg chg="add mod">
          <ac:chgData name="Shaun Ratcliff" userId="1720d92ff15e284e" providerId="LiveId" clId="{782A1E08-4343-4DE7-BABB-D7C702D94E7D}" dt="2026-01-25T19:47:58.801" v="29" actId="692"/>
          <ac:cxnSpMkLst>
            <pc:docMk/>
            <pc:sldMk cId="2238048470" sldId="257"/>
            <ac:cxnSpMk id="34" creationId="{55333C65-D8AC-4EE2-6A27-FA0E7144E12A}"/>
          </ac:cxnSpMkLst>
        </pc:cxnChg>
      </pc:sldChg>
      <pc:sldChg chg="addSp delSp modSp new mod">
        <pc:chgData name="Shaun Ratcliff" userId="1720d92ff15e284e" providerId="LiveId" clId="{782A1E08-4343-4DE7-BABB-D7C702D94E7D}" dt="2026-02-08T17:45:36.627" v="880" actId="692"/>
        <pc:sldMkLst>
          <pc:docMk/>
          <pc:sldMk cId="3826285702" sldId="258"/>
        </pc:sldMkLst>
        <pc:spChg chg="add mod">
          <ac:chgData name="Shaun Ratcliff" userId="1720d92ff15e284e" providerId="LiveId" clId="{782A1E08-4343-4DE7-BABB-D7C702D94E7D}" dt="2026-02-08T16:43:09.657" v="169" actId="14100"/>
          <ac:spMkLst>
            <pc:docMk/>
            <pc:sldMk cId="3826285702" sldId="258"/>
            <ac:spMk id="6" creationId="{66652E08-56A3-E3A0-A127-935624798ABB}"/>
          </ac:spMkLst>
        </pc:spChg>
        <pc:spChg chg="add mod">
          <ac:chgData name="Shaun Ratcliff" userId="1720d92ff15e284e" providerId="LiveId" clId="{782A1E08-4343-4DE7-BABB-D7C702D94E7D}" dt="2026-02-08T17:43:37.073" v="822" actId="692"/>
          <ac:spMkLst>
            <pc:docMk/>
            <pc:sldMk cId="3826285702" sldId="258"/>
            <ac:spMk id="7" creationId="{66D59213-2A11-E969-AF08-7195B7A25B60}"/>
          </ac:spMkLst>
        </pc:spChg>
        <pc:spChg chg="add mod">
          <ac:chgData name="Shaun Ratcliff" userId="1720d92ff15e284e" providerId="LiveId" clId="{782A1E08-4343-4DE7-BABB-D7C702D94E7D}" dt="2026-02-08T17:43:51.647" v="848" actId="692"/>
          <ac:spMkLst>
            <pc:docMk/>
            <pc:sldMk cId="3826285702" sldId="258"/>
            <ac:spMk id="10" creationId="{8C8D5165-9C82-718E-113E-7290745F6A96}"/>
          </ac:spMkLst>
        </pc:spChg>
        <pc:spChg chg="add mod">
          <ac:chgData name="Shaun Ratcliff" userId="1720d92ff15e284e" providerId="LiveId" clId="{782A1E08-4343-4DE7-BABB-D7C702D94E7D}" dt="2026-02-08T17:43:42.318" v="832" actId="692"/>
          <ac:spMkLst>
            <pc:docMk/>
            <pc:sldMk cId="3826285702" sldId="258"/>
            <ac:spMk id="11" creationId="{C186D6E9-DCE2-A2A3-88FE-9DF9CB7FA65B}"/>
          </ac:spMkLst>
        </pc:spChg>
        <pc:picChg chg="add del">
          <ac:chgData name="Shaun Ratcliff" userId="1720d92ff15e284e" providerId="LiveId" clId="{782A1E08-4343-4DE7-BABB-D7C702D94E7D}" dt="2026-02-08T16:41:33.265" v="106" actId="478"/>
          <ac:picMkLst>
            <pc:docMk/>
            <pc:sldMk cId="3826285702" sldId="258"/>
            <ac:picMk id="3" creationId="{214E0E2A-52BF-1005-940F-C6FDC67A7843}"/>
          </ac:picMkLst>
        </pc:picChg>
        <pc:picChg chg="add mod">
          <ac:chgData name="Shaun Ratcliff" userId="1720d92ff15e284e" providerId="LiveId" clId="{782A1E08-4343-4DE7-BABB-D7C702D94E7D}" dt="2026-02-08T17:06:21.749" v="199" actId="1076"/>
          <ac:picMkLst>
            <pc:docMk/>
            <pc:sldMk cId="3826285702" sldId="258"/>
            <ac:picMk id="5" creationId="{3A973067-8017-228B-73FE-B6B15C47EE24}"/>
          </ac:picMkLst>
        </pc:picChg>
        <pc:picChg chg="add mod">
          <ac:chgData name="Shaun Ratcliff" userId="1720d92ff15e284e" providerId="LiveId" clId="{782A1E08-4343-4DE7-BABB-D7C702D94E7D}" dt="2026-02-08T17:06:24.542" v="200" actId="1076"/>
          <ac:picMkLst>
            <pc:docMk/>
            <pc:sldMk cId="3826285702" sldId="258"/>
            <ac:picMk id="9" creationId="{4A087284-C409-36B0-6BF3-23984C2B1E23}"/>
          </ac:picMkLst>
        </pc:picChg>
        <pc:cxnChg chg="add mod">
          <ac:chgData name="Shaun Ratcliff" userId="1720d92ff15e284e" providerId="LiveId" clId="{782A1E08-4343-4DE7-BABB-D7C702D94E7D}" dt="2026-02-08T17:45:11.991" v="871" actId="692"/>
          <ac:cxnSpMkLst>
            <pc:docMk/>
            <pc:sldMk cId="3826285702" sldId="258"/>
            <ac:cxnSpMk id="13" creationId="{0121B5C4-E9B3-8BF1-E85D-FE6EFE9050FF}"/>
          </ac:cxnSpMkLst>
        </pc:cxnChg>
        <pc:cxnChg chg="add mod">
          <ac:chgData name="Shaun Ratcliff" userId="1720d92ff15e284e" providerId="LiveId" clId="{782A1E08-4343-4DE7-BABB-D7C702D94E7D}" dt="2026-02-08T17:45:06.049" v="864" actId="14100"/>
          <ac:cxnSpMkLst>
            <pc:docMk/>
            <pc:sldMk cId="3826285702" sldId="258"/>
            <ac:cxnSpMk id="14" creationId="{CA35669D-E1BD-E6DA-AF45-754A1A0A1CA9}"/>
          </ac:cxnSpMkLst>
        </pc:cxnChg>
        <pc:cxnChg chg="add mod">
          <ac:chgData name="Shaun Ratcliff" userId="1720d92ff15e284e" providerId="LiveId" clId="{782A1E08-4343-4DE7-BABB-D7C702D94E7D}" dt="2026-02-08T17:45:36.627" v="880" actId="692"/>
          <ac:cxnSpMkLst>
            <pc:docMk/>
            <pc:sldMk cId="3826285702" sldId="258"/>
            <ac:cxnSpMk id="15" creationId="{5E5A241E-0F68-4D76-15D4-CAE51CE2A953}"/>
          </ac:cxnSpMkLst>
        </pc:cxnChg>
      </pc:sldChg>
      <pc:sldChg chg="addSp delSp modSp new mod">
        <pc:chgData name="Shaun Ratcliff" userId="1720d92ff15e284e" providerId="LiveId" clId="{782A1E08-4343-4DE7-BABB-D7C702D94E7D}" dt="2026-02-08T17:28:45.496" v="655" actId="14100"/>
        <pc:sldMkLst>
          <pc:docMk/>
          <pc:sldMk cId="1388548404" sldId="259"/>
        </pc:sldMkLst>
        <pc:spChg chg="add del mod">
          <ac:chgData name="Shaun Ratcliff" userId="1720d92ff15e284e" providerId="LiveId" clId="{782A1E08-4343-4DE7-BABB-D7C702D94E7D}" dt="2026-02-08T17:16:11.812" v="305"/>
          <ac:spMkLst>
            <pc:docMk/>
            <pc:sldMk cId="1388548404" sldId="259"/>
            <ac:spMk id="4" creationId="{59BF57EB-1839-B24D-83AF-B590F9C932E8}"/>
          </ac:spMkLst>
        </pc:spChg>
        <pc:spChg chg="add mod">
          <ac:chgData name="Shaun Ratcliff" userId="1720d92ff15e284e" providerId="LiveId" clId="{782A1E08-4343-4DE7-BABB-D7C702D94E7D}" dt="2026-02-08T17:26:52.147" v="630" actId="1076"/>
          <ac:spMkLst>
            <pc:docMk/>
            <pc:sldMk cId="1388548404" sldId="259"/>
            <ac:spMk id="5" creationId="{335E8BC1-7F8E-DBA0-D889-07930726F950}"/>
          </ac:spMkLst>
        </pc:spChg>
        <pc:spChg chg="add mod">
          <ac:chgData name="Shaun Ratcliff" userId="1720d92ff15e284e" providerId="LiveId" clId="{782A1E08-4343-4DE7-BABB-D7C702D94E7D}" dt="2026-02-08T17:25:28.642" v="628" actId="207"/>
          <ac:spMkLst>
            <pc:docMk/>
            <pc:sldMk cId="1388548404" sldId="259"/>
            <ac:spMk id="8" creationId="{39B09099-CBB8-9144-C58B-FD7265E8FFAB}"/>
          </ac:spMkLst>
        </pc:spChg>
        <pc:spChg chg="add mod">
          <ac:chgData name="Shaun Ratcliff" userId="1720d92ff15e284e" providerId="LiveId" clId="{782A1E08-4343-4DE7-BABB-D7C702D94E7D}" dt="2026-02-08T17:28:18.696" v="649" actId="1076"/>
          <ac:spMkLst>
            <pc:docMk/>
            <pc:sldMk cId="1388548404" sldId="259"/>
            <ac:spMk id="9" creationId="{3A0DAD65-7C89-7D39-5C7E-F5C39AEC7D17}"/>
          </ac:spMkLst>
        </pc:spChg>
        <pc:spChg chg="add mod">
          <ac:chgData name="Shaun Ratcliff" userId="1720d92ff15e284e" providerId="LiveId" clId="{782A1E08-4343-4DE7-BABB-D7C702D94E7D}" dt="2026-02-08T17:25:35.566" v="629" actId="207"/>
          <ac:spMkLst>
            <pc:docMk/>
            <pc:sldMk cId="1388548404" sldId="259"/>
            <ac:spMk id="10" creationId="{0ED8AC22-3378-3DCC-1CB5-477FEFE71225}"/>
          </ac:spMkLst>
        </pc:spChg>
        <pc:spChg chg="add mod">
          <ac:chgData name="Shaun Ratcliff" userId="1720d92ff15e284e" providerId="LiveId" clId="{782A1E08-4343-4DE7-BABB-D7C702D94E7D}" dt="2026-02-08T17:24:22.956" v="592" actId="208"/>
          <ac:spMkLst>
            <pc:docMk/>
            <pc:sldMk cId="1388548404" sldId="259"/>
            <ac:spMk id="11" creationId="{E186E583-D7B7-0986-E232-0810D91E8E51}"/>
          </ac:spMkLst>
        </pc:spChg>
        <pc:spChg chg="add mod">
          <ac:chgData name="Shaun Ratcliff" userId="1720d92ff15e284e" providerId="LiveId" clId="{782A1E08-4343-4DE7-BABB-D7C702D94E7D}" dt="2026-02-08T17:24:12.065" v="590" actId="1582"/>
          <ac:spMkLst>
            <pc:docMk/>
            <pc:sldMk cId="1388548404" sldId="259"/>
            <ac:spMk id="12" creationId="{74D64CC0-B889-8745-56FB-DC03D454E690}"/>
          </ac:spMkLst>
        </pc:spChg>
        <pc:picChg chg="add mod">
          <ac:chgData name="Shaun Ratcliff" userId="1720d92ff15e284e" providerId="LiveId" clId="{782A1E08-4343-4DE7-BABB-D7C702D94E7D}" dt="2026-02-08T17:15:52.334" v="302" actId="14100"/>
          <ac:picMkLst>
            <pc:docMk/>
            <pc:sldMk cId="1388548404" sldId="259"/>
            <ac:picMk id="3" creationId="{A6DCBB3F-7CFF-069C-1DF8-252C4BB48DFD}"/>
          </ac:picMkLst>
        </pc:picChg>
        <pc:picChg chg="add del">
          <ac:chgData name="Shaun Ratcliff" userId="1720d92ff15e284e" providerId="LiveId" clId="{782A1E08-4343-4DE7-BABB-D7C702D94E7D}" dt="2026-02-08T17:16:25.787" v="308" actId="22"/>
          <ac:picMkLst>
            <pc:docMk/>
            <pc:sldMk cId="1388548404" sldId="259"/>
            <ac:picMk id="7" creationId="{73C03913-0D9F-F197-A0D2-DBD941FE6B05}"/>
          </ac:picMkLst>
        </pc:picChg>
        <pc:cxnChg chg="add mod">
          <ac:chgData name="Shaun Ratcliff" userId="1720d92ff15e284e" providerId="LiveId" clId="{782A1E08-4343-4DE7-BABB-D7C702D94E7D}" dt="2026-02-08T17:27:20.379" v="638" actId="692"/>
          <ac:cxnSpMkLst>
            <pc:docMk/>
            <pc:sldMk cId="1388548404" sldId="259"/>
            <ac:cxnSpMk id="14" creationId="{855D41A6-C1DC-C4AF-9760-D93050C94901}"/>
          </ac:cxnSpMkLst>
        </pc:cxnChg>
        <pc:cxnChg chg="add mod">
          <ac:chgData name="Shaun Ratcliff" userId="1720d92ff15e284e" providerId="LiveId" clId="{782A1E08-4343-4DE7-BABB-D7C702D94E7D}" dt="2026-02-08T17:28:33.434" v="653" actId="14100"/>
          <ac:cxnSpMkLst>
            <pc:docMk/>
            <pc:sldMk cId="1388548404" sldId="259"/>
            <ac:cxnSpMk id="15" creationId="{B0B3C19D-B622-AAEE-D575-21D03429EB08}"/>
          </ac:cxnSpMkLst>
        </pc:cxnChg>
        <pc:cxnChg chg="add mod">
          <ac:chgData name="Shaun Ratcliff" userId="1720d92ff15e284e" providerId="LiveId" clId="{782A1E08-4343-4DE7-BABB-D7C702D94E7D}" dt="2026-02-08T17:28:24.341" v="651" actId="14100"/>
          <ac:cxnSpMkLst>
            <pc:docMk/>
            <pc:sldMk cId="1388548404" sldId="259"/>
            <ac:cxnSpMk id="16" creationId="{699F45F2-1C3D-06D9-2BDA-7BB0974DA7AD}"/>
          </ac:cxnSpMkLst>
        </pc:cxnChg>
        <pc:cxnChg chg="add mod">
          <ac:chgData name="Shaun Ratcliff" userId="1720d92ff15e284e" providerId="LiveId" clId="{782A1E08-4343-4DE7-BABB-D7C702D94E7D}" dt="2026-02-08T17:28:45.496" v="655" actId="14100"/>
          <ac:cxnSpMkLst>
            <pc:docMk/>
            <pc:sldMk cId="1388548404" sldId="259"/>
            <ac:cxnSpMk id="17" creationId="{219D1227-1D19-A06D-FFF5-7F54FB39700E}"/>
          </ac:cxnSpMkLst>
        </pc:cxnChg>
        <pc:cxnChg chg="add mod">
          <ac:chgData name="Shaun Ratcliff" userId="1720d92ff15e284e" providerId="LiveId" clId="{782A1E08-4343-4DE7-BABB-D7C702D94E7D}" dt="2026-02-08T17:27:45.335" v="645" actId="1076"/>
          <ac:cxnSpMkLst>
            <pc:docMk/>
            <pc:sldMk cId="1388548404" sldId="259"/>
            <ac:cxnSpMk id="18" creationId="{6F826124-E4CE-F270-5BC5-3F7ED6A7BC42}"/>
          </ac:cxnSpMkLst>
        </pc:cxnChg>
        <pc:cxnChg chg="add mod">
          <ac:chgData name="Shaun Ratcliff" userId="1720d92ff15e284e" providerId="LiveId" clId="{782A1E08-4343-4DE7-BABB-D7C702D94E7D}" dt="2026-02-08T17:27:39.897" v="644" actId="1076"/>
          <ac:cxnSpMkLst>
            <pc:docMk/>
            <pc:sldMk cId="1388548404" sldId="259"/>
            <ac:cxnSpMk id="19" creationId="{26451581-24A4-87B7-BD2E-2638509839A2}"/>
          </ac:cxnSpMkLst>
        </pc:cxnChg>
      </pc:sldChg>
      <pc:sldChg chg="addSp modSp new mod">
        <pc:chgData name="Shaun Ratcliff" userId="1720d92ff15e284e" providerId="LiveId" clId="{782A1E08-4343-4DE7-BABB-D7C702D94E7D}" dt="2026-02-08T17:37:53.855" v="811" actId="692"/>
        <pc:sldMkLst>
          <pc:docMk/>
          <pc:sldMk cId="441253942" sldId="260"/>
        </pc:sldMkLst>
        <pc:spChg chg="add mod">
          <ac:chgData name="Shaun Ratcliff" userId="1720d92ff15e284e" providerId="LiveId" clId="{782A1E08-4343-4DE7-BABB-D7C702D94E7D}" dt="2026-02-08T17:35:52.091" v="718" actId="692"/>
          <ac:spMkLst>
            <pc:docMk/>
            <pc:sldMk cId="441253942" sldId="260"/>
            <ac:spMk id="6" creationId="{7C9CB1DC-0FE4-6C98-C71B-FA4636174F8E}"/>
          </ac:spMkLst>
        </pc:spChg>
        <pc:spChg chg="add mod">
          <ac:chgData name="Shaun Ratcliff" userId="1720d92ff15e284e" providerId="LiveId" clId="{782A1E08-4343-4DE7-BABB-D7C702D94E7D}" dt="2026-02-08T17:36:37.300" v="764" actId="20577"/>
          <ac:spMkLst>
            <pc:docMk/>
            <pc:sldMk cId="441253942" sldId="260"/>
            <ac:spMk id="7" creationId="{6D311EFD-3FD7-31E4-408B-0A22819F317D}"/>
          </ac:spMkLst>
        </pc:spChg>
        <pc:spChg chg="add mod">
          <ac:chgData name="Shaun Ratcliff" userId="1720d92ff15e284e" providerId="LiveId" clId="{782A1E08-4343-4DE7-BABB-D7C702D94E7D}" dt="2026-02-08T17:37:06.052" v="784" actId="1076"/>
          <ac:spMkLst>
            <pc:docMk/>
            <pc:sldMk cId="441253942" sldId="260"/>
            <ac:spMk id="8" creationId="{F8987F17-7973-1AE2-B624-EA140FAD8690}"/>
          </ac:spMkLst>
        </pc:spChg>
        <pc:picChg chg="add mod">
          <ac:chgData name="Shaun Ratcliff" userId="1720d92ff15e284e" providerId="LiveId" clId="{782A1E08-4343-4DE7-BABB-D7C702D94E7D}" dt="2026-02-08T17:33:42.699" v="666" actId="14100"/>
          <ac:picMkLst>
            <pc:docMk/>
            <pc:sldMk cId="441253942" sldId="260"/>
            <ac:picMk id="3" creationId="{417E224E-39E0-2707-8A14-F5E4975ED3F6}"/>
          </ac:picMkLst>
        </pc:picChg>
        <pc:picChg chg="add mod">
          <ac:chgData name="Shaun Ratcliff" userId="1720d92ff15e284e" providerId="LiveId" clId="{782A1E08-4343-4DE7-BABB-D7C702D94E7D}" dt="2026-02-08T17:34:16.397" v="686" actId="692"/>
          <ac:picMkLst>
            <pc:docMk/>
            <pc:sldMk cId="441253942" sldId="260"/>
            <ac:picMk id="5" creationId="{F4C8088E-1036-BC1B-1006-582E9FF336B3}"/>
          </ac:picMkLst>
        </pc:picChg>
        <pc:cxnChg chg="add mod">
          <ac:chgData name="Shaun Ratcliff" userId="1720d92ff15e284e" providerId="LiveId" clId="{782A1E08-4343-4DE7-BABB-D7C702D94E7D}" dt="2026-02-08T17:37:53.855" v="811" actId="692"/>
          <ac:cxnSpMkLst>
            <pc:docMk/>
            <pc:sldMk cId="441253942" sldId="260"/>
            <ac:cxnSpMk id="10" creationId="{BE76DDA3-494C-37AD-A9B5-EB7501109E59}"/>
          </ac:cxnSpMkLst>
        </pc:cxnChg>
        <pc:cxnChg chg="add mod">
          <ac:chgData name="Shaun Ratcliff" userId="1720d92ff15e284e" providerId="LiveId" clId="{782A1E08-4343-4DE7-BABB-D7C702D94E7D}" dt="2026-02-08T17:37:40.324" v="797" actId="692"/>
          <ac:cxnSpMkLst>
            <pc:docMk/>
            <pc:sldMk cId="441253942" sldId="260"/>
            <ac:cxnSpMk id="11" creationId="{FFC30D6D-7E5F-DEB5-429B-B197803C73EB}"/>
          </ac:cxnSpMkLst>
        </pc:cxnChg>
        <pc:cxnChg chg="add mod">
          <ac:chgData name="Shaun Ratcliff" userId="1720d92ff15e284e" providerId="LiveId" clId="{782A1E08-4343-4DE7-BABB-D7C702D94E7D}" dt="2026-02-08T17:37:45.732" v="804" actId="692"/>
          <ac:cxnSpMkLst>
            <pc:docMk/>
            <pc:sldMk cId="441253942" sldId="260"/>
            <ac:cxnSpMk id="12" creationId="{C6814E47-CC69-28C9-5EA6-E7ACDA092165}"/>
          </ac:cxnSpMkLst>
        </pc:cxnChg>
      </pc:sldChg>
      <pc:sldChg chg="addSp modSp new mod">
        <pc:chgData name="Shaun Ratcliff" userId="1720d92ff15e284e" providerId="LiveId" clId="{782A1E08-4343-4DE7-BABB-D7C702D94E7D}" dt="2026-02-08T21:22:19.844" v="883" actId="1076"/>
        <pc:sldMkLst>
          <pc:docMk/>
          <pc:sldMk cId="3226424234" sldId="261"/>
        </pc:sldMkLst>
        <pc:picChg chg="add mod">
          <ac:chgData name="Shaun Ratcliff" userId="1720d92ff15e284e" providerId="LiveId" clId="{782A1E08-4343-4DE7-BABB-D7C702D94E7D}" dt="2026-02-08T21:22:19.844" v="883" actId="1076"/>
          <ac:picMkLst>
            <pc:docMk/>
            <pc:sldMk cId="3226424234" sldId="261"/>
            <ac:picMk id="3" creationId="{872BF33D-3D12-1E49-D12D-9C2B75675955}"/>
          </ac:picMkLst>
        </pc:picChg>
      </pc:sldChg>
      <pc:sldChg chg="addSp new mod">
        <pc:chgData name="Shaun Ratcliff" userId="1720d92ff15e284e" providerId="LiveId" clId="{782A1E08-4343-4DE7-BABB-D7C702D94E7D}" dt="2026-02-09T11:16:58.523" v="885" actId="22"/>
        <pc:sldMkLst>
          <pc:docMk/>
          <pc:sldMk cId="1953475312" sldId="262"/>
        </pc:sldMkLst>
        <pc:spChg chg="add">
          <ac:chgData name="Shaun Ratcliff" userId="1720d92ff15e284e" providerId="LiveId" clId="{782A1E08-4343-4DE7-BABB-D7C702D94E7D}" dt="2026-02-09T11:16:58.523" v="885" actId="22"/>
          <ac:spMkLst>
            <pc:docMk/>
            <pc:sldMk cId="1953475312" sldId="262"/>
            <ac:spMk id="3" creationId="{F0262D6C-AB95-FB6B-6255-C68EA5F551D5}"/>
          </ac:spMkLst>
        </pc:spChg>
      </pc:sldChg>
      <pc:sldChg chg="addSp modSp new mod">
        <pc:chgData name="Shaun Ratcliff" userId="1720d92ff15e284e" providerId="LiveId" clId="{782A1E08-4343-4DE7-BABB-D7C702D94E7D}" dt="2026-02-09T19:26:27.798" v="890" actId="1076"/>
        <pc:sldMkLst>
          <pc:docMk/>
          <pc:sldMk cId="1001122583" sldId="263"/>
        </pc:sldMkLst>
        <pc:picChg chg="add mod">
          <ac:chgData name="Shaun Ratcliff" userId="1720d92ff15e284e" providerId="LiveId" clId="{782A1E08-4343-4DE7-BABB-D7C702D94E7D}" dt="2026-02-09T19:26:27.798" v="890" actId="1076"/>
          <ac:picMkLst>
            <pc:docMk/>
            <pc:sldMk cId="1001122583" sldId="263"/>
            <ac:picMk id="3" creationId="{DCCFA587-A4E9-1D8F-F2DB-95242343E8E2}"/>
          </ac:picMkLst>
        </pc:picChg>
      </pc:sldChg>
      <pc:sldChg chg="addSp modSp new mod">
        <pc:chgData name="Shaun Ratcliff" userId="1720d92ff15e284e" providerId="LiveId" clId="{782A1E08-4343-4DE7-BABB-D7C702D94E7D}" dt="2026-02-09T19:49:22.565" v="895" actId="1076"/>
        <pc:sldMkLst>
          <pc:docMk/>
          <pc:sldMk cId="75487177" sldId="264"/>
        </pc:sldMkLst>
        <pc:picChg chg="add mod">
          <ac:chgData name="Shaun Ratcliff" userId="1720d92ff15e284e" providerId="LiveId" clId="{782A1E08-4343-4DE7-BABB-D7C702D94E7D}" dt="2026-02-09T19:49:22.565" v="895" actId="1076"/>
          <ac:picMkLst>
            <pc:docMk/>
            <pc:sldMk cId="75487177" sldId="264"/>
            <ac:picMk id="3" creationId="{4BB471D5-D9EE-B057-3258-DBA542E72D86}"/>
          </ac:picMkLst>
        </pc:picChg>
      </pc:sldChg>
      <pc:sldChg chg="addSp modSp new mod">
        <pc:chgData name="Shaun Ratcliff" userId="1720d92ff15e284e" providerId="LiveId" clId="{782A1E08-4343-4DE7-BABB-D7C702D94E7D}" dt="2026-02-09T20:06:38.434" v="900" actId="1076"/>
        <pc:sldMkLst>
          <pc:docMk/>
          <pc:sldMk cId="3389846877" sldId="265"/>
        </pc:sldMkLst>
        <pc:picChg chg="add mod">
          <ac:chgData name="Shaun Ratcliff" userId="1720d92ff15e284e" providerId="LiveId" clId="{782A1E08-4343-4DE7-BABB-D7C702D94E7D}" dt="2026-02-09T20:06:38.434" v="900" actId="1076"/>
          <ac:picMkLst>
            <pc:docMk/>
            <pc:sldMk cId="3389846877" sldId="265"/>
            <ac:picMk id="3" creationId="{76C42A51-8DC4-4BA1-32E7-7D0B5EA3B28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5914C-9D21-8F2C-F177-18F4E64618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3F40DB-6F07-264E-80B4-FA7DD1E19C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88AC81-2823-0EDC-2A78-1158F94EE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5BC01-CC93-4B7A-B3C1-CFC5E63441E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60DCE9-F034-B5D7-5653-AB9AF0152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95D149-1E22-1E9C-CCF2-E8730F11E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B595B-572E-4B10-AECC-8E5C02DB4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886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01EBC-9E20-E1CB-8570-95F47514C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F0EEB0-A073-EFFC-4C76-40381FCC21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B2B75-C4BD-060B-8C64-112A036F1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5BC01-CC93-4B7A-B3C1-CFC5E63441E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6A3C35-39CF-5BBE-CFD2-607C24161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43CAC8-A33B-55A3-917B-B24C28A05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B595B-572E-4B10-AECC-8E5C02DB4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335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B58F7-111C-2DEC-69B0-29FCE79F1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54772A-6A75-4BEF-A59E-2E2A913F4C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73E9FB-2438-0B72-CCA6-49125DCC3C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5BC01-CC93-4B7A-B3C1-CFC5E63441E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F70539-DDD1-8FA8-B2B5-0D6733894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6F44A4-0012-66CE-E2CC-C3FCFCEC4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B595B-572E-4B10-AECC-8E5C02DB4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345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78A89-0DBA-2084-5D18-A3671A831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9FADAA-A3F9-5C06-10F1-1487B8B62A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47B0DF-3D22-C89B-5F72-8885B9775B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68D337-E69A-F6C4-4306-1019F0A89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5BC01-CC93-4B7A-B3C1-CFC5E63441E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794F-A005-4398-B269-C9520B224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05EEB0-8677-9BF3-8F10-95863CDAA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B595B-572E-4B10-AECC-8E5C02DB4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4579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E50C9-68F3-4A16-1033-33604E9B0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2CA9E7-7988-C150-F3F1-790D493F57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90FF5A-85D6-EAAA-B99B-67B9DB71F6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152F462-21CB-BF0A-CBEE-4FCC0E8E76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BF015D-0E87-6FC3-DDE7-266C82F0C6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9F5888-99C4-830C-D017-C69808625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5BC01-CC93-4B7A-B3C1-CFC5E63441E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221E9F-FCD7-48AF-C83B-AD29B7E1F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0751D1-C2C0-C5F0-BD90-975AA2619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B595B-572E-4B10-AECC-8E5C02DB4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889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2B9C7-E6F8-EFBC-C55B-D44798B2D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C901921-F95F-4608-641B-B8291D176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5BC01-CC93-4B7A-B3C1-CFC5E63441E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2C403C-CE8F-8368-69FD-6977F14BB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3FA013-C671-FD16-180A-E42E716E7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B595B-572E-4B10-AECC-8E5C02DB4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343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C6E5FE-5198-342A-75FB-3763A353F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5BC01-CC93-4B7A-B3C1-CFC5E63441E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1077D3-3531-9922-5AB9-2BC773925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CE36DA-8131-E7F4-CCE6-084E9E370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B595B-572E-4B10-AECC-8E5C02DB4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7123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0379B-2AD6-58B8-4250-FC52A5D0B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9F1F71-EB8C-089A-EC60-A8B1188FFD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FD9FBA-C696-C95B-1BD4-A4533D24FB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4E56A6-C84B-11F8-4840-CA3C7896F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5BC01-CC93-4B7A-B3C1-CFC5E63441E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0C9580-7B12-3432-A45E-9BDCF4B7F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B860D5-2197-8EA6-5C23-F31591F00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B595B-572E-4B10-AECC-8E5C02DB4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1974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88657-B59B-F6CF-6620-AA52CA91D7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B5083-B348-BEED-A7A5-8FC8255613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A5174B-A77E-0178-A0FD-FC888BDD44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072FAA-97E6-3CE1-D3CE-D8FF13E27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5BC01-CC93-4B7A-B3C1-CFC5E63441E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73E2ED-B4CC-6F95-5E98-068CCEDA0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7029E9-46EF-B268-A97C-D7AAAF826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B595B-572E-4B10-AECC-8E5C02DB4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7678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A420E-783A-61AD-F4B4-B0D4DFF0F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086D0F-A211-6AB6-1993-46D3A221DC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38024E-A09C-C7EE-B874-734FF3CDE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5BC01-CC93-4B7A-B3C1-CFC5E63441E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311DF-EA65-ECD4-91C0-41E3AFACE1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C5E437-7E01-668D-F174-E3DC4365A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B595B-572E-4B10-AECC-8E5C02DB4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6791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62CF5C-0F2E-A3A1-9DB6-845FBECABC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3C6E5A-6934-360E-6D7C-1450DC10BE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2309B-717C-23AF-3821-C952F0FBA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5BC01-CC93-4B7A-B3C1-CFC5E63441E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838880-81B6-0CDF-631D-54A475A76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FFEB9-569F-5762-54C6-1A50E428C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B595B-572E-4B10-AECC-8E5C02DB4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743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9D4E56-5067-8F64-6C97-EA371BCDC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7DD6E7-3248-DDE4-AA05-FC06153361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0A133C-2A97-DF66-D27B-79FFF5A2AF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D5BC01-CC93-4B7A-B3C1-CFC5E63441E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564F54-E7ED-CE73-4FD9-331D029816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5DDF31-F753-437A-85CE-F04D7C0352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CB595B-572E-4B10-AECC-8E5C02DB4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6168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9B1611B-D8A7-A850-FAAE-C91B8B999D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463" y="424841"/>
            <a:ext cx="5220429" cy="57920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EA3B13-34D5-1CD6-A74D-1547ED089C6E}"/>
              </a:ext>
            </a:extLst>
          </p:cNvPr>
          <p:cNvSpPr txBox="1"/>
          <p:nvPr/>
        </p:nvSpPr>
        <p:spPr>
          <a:xfrm>
            <a:off x="5683044" y="415560"/>
            <a:ext cx="3637936" cy="2769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Created a new folder for my project.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BBB0EA5-F6F7-F8DA-DA2C-80E256EF43DB}"/>
              </a:ext>
            </a:extLst>
          </p:cNvPr>
          <p:cNvCxnSpPr/>
          <p:nvPr/>
        </p:nvCxnSpPr>
        <p:spPr>
          <a:xfrm flipH="1">
            <a:off x="2654710" y="615138"/>
            <a:ext cx="3028335" cy="42708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FC0D989-AB61-9B0C-2EBE-7EE7A056ABD1}"/>
              </a:ext>
            </a:extLst>
          </p:cNvPr>
          <p:cNvSpPr txBox="1"/>
          <p:nvPr/>
        </p:nvSpPr>
        <p:spPr>
          <a:xfrm>
            <a:off x="5683044" y="1032014"/>
            <a:ext cx="3637936" cy="2769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Created a local Git Repository.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A9AC6-AE23-A249-57CD-03CD5E73ABD0}"/>
              </a:ext>
            </a:extLst>
          </p:cNvPr>
          <p:cNvSpPr txBox="1"/>
          <p:nvPr/>
        </p:nvSpPr>
        <p:spPr>
          <a:xfrm>
            <a:off x="5683044" y="1608739"/>
            <a:ext cx="3637936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Created a .</a:t>
            </a:r>
            <a:r>
              <a:rPr lang="en-US" sz="1200" dirty="0" err="1"/>
              <a:t>gitignore</a:t>
            </a:r>
            <a:r>
              <a:rPr lang="en-US" sz="1200" dirty="0"/>
              <a:t>  file to show which files to ignore.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F17123-281D-94D3-0E6E-3EC2FA789F1B}"/>
              </a:ext>
            </a:extLst>
          </p:cNvPr>
          <p:cNvSpPr txBox="1"/>
          <p:nvPr/>
        </p:nvSpPr>
        <p:spPr>
          <a:xfrm>
            <a:off x="10333704" y="1608739"/>
            <a:ext cx="1725560" cy="10156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/>
              <a:t>Nano text editor</a:t>
            </a:r>
          </a:p>
          <a:p>
            <a:r>
              <a:rPr lang="en-US" sz="1200" dirty="0"/>
              <a:t>.</a:t>
            </a:r>
            <a:r>
              <a:rPr lang="en-US" sz="1200" dirty="0" err="1"/>
              <a:t>DS_Store</a:t>
            </a:r>
            <a:endParaRPr lang="en-US" sz="1200" dirty="0"/>
          </a:p>
          <a:p>
            <a:r>
              <a:rPr lang="en-US" sz="1200" dirty="0" err="1"/>
              <a:t>Thumbs.db</a:t>
            </a:r>
            <a:endParaRPr lang="en-US" sz="1200" dirty="0"/>
          </a:p>
          <a:p>
            <a:r>
              <a:rPr lang="en-US" sz="1200" dirty="0"/>
              <a:t>*.log</a:t>
            </a:r>
          </a:p>
          <a:p>
            <a:r>
              <a:rPr lang="en-US" sz="1200" dirty="0"/>
              <a:t>*.</a:t>
            </a:r>
            <a:r>
              <a:rPr lang="en-US" sz="1200" dirty="0" err="1"/>
              <a:t>tmp</a:t>
            </a:r>
            <a:endParaRPr 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BD8BFD-4283-E889-4CDB-136770F6F281}"/>
              </a:ext>
            </a:extLst>
          </p:cNvPr>
          <p:cNvSpPr txBox="1"/>
          <p:nvPr/>
        </p:nvSpPr>
        <p:spPr>
          <a:xfrm>
            <a:off x="5683044" y="2603017"/>
            <a:ext cx="3637936" cy="2769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Staged before the commit.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CACE9F-F5FF-C552-A288-6DCBC30F03F3}"/>
              </a:ext>
            </a:extLst>
          </p:cNvPr>
          <p:cNvSpPr txBox="1"/>
          <p:nvPr/>
        </p:nvSpPr>
        <p:spPr>
          <a:xfrm>
            <a:off x="5683044" y="3214086"/>
            <a:ext cx="3637936" cy="2769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First commit.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427DF53-A4F8-D026-B180-A63D3AAAF077}"/>
              </a:ext>
            </a:extLst>
          </p:cNvPr>
          <p:cNvCxnSpPr/>
          <p:nvPr/>
        </p:nvCxnSpPr>
        <p:spPr>
          <a:xfrm flipH="1">
            <a:off x="2654709" y="1276046"/>
            <a:ext cx="3028335" cy="42708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2450A45-75BC-CDB8-9702-3E609AE685E1}"/>
              </a:ext>
            </a:extLst>
          </p:cNvPr>
          <p:cNvCxnSpPr/>
          <p:nvPr/>
        </p:nvCxnSpPr>
        <p:spPr>
          <a:xfrm flipH="1">
            <a:off x="2654709" y="1931904"/>
            <a:ext cx="3028335" cy="42708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94B7533-8AD9-0D80-6089-8E93CD11332F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9320980" y="1839572"/>
            <a:ext cx="1017640" cy="9233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FE61E95-8F68-00CB-5CBE-105C1ACBA8C2}"/>
              </a:ext>
            </a:extLst>
          </p:cNvPr>
          <p:cNvCxnSpPr>
            <a:cxnSpLocks/>
          </p:cNvCxnSpPr>
          <p:nvPr/>
        </p:nvCxnSpPr>
        <p:spPr>
          <a:xfrm flipH="1">
            <a:off x="1681316" y="2603017"/>
            <a:ext cx="4001728" cy="10391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B9925DC-7590-7637-4D26-79679FF8F3E3}"/>
              </a:ext>
            </a:extLst>
          </p:cNvPr>
          <p:cNvCxnSpPr>
            <a:stCxn id="11" idx="1"/>
          </p:cNvCxnSpPr>
          <p:nvPr/>
        </p:nvCxnSpPr>
        <p:spPr>
          <a:xfrm flipH="1" flipV="1">
            <a:off x="2821858" y="2900516"/>
            <a:ext cx="2861186" cy="45207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0B44D3D-CBC6-D93E-A768-8D8B3ECC93FB}"/>
              </a:ext>
            </a:extLst>
          </p:cNvPr>
          <p:cNvSpPr txBox="1"/>
          <p:nvPr/>
        </p:nvSpPr>
        <p:spPr>
          <a:xfrm>
            <a:off x="5683044" y="3802281"/>
            <a:ext cx="3637936" cy="2769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Created README file and notes file.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E0E577F-094E-84D5-1D29-0F2A8DB24DFC}"/>
              </a:ext>
            </a:extLst>
          </p:cNvPr>
          <p:cNvSpPr txBox="1"/>
          <p:nvPr/>
        </p:nvSpPr>
        <p:spPr>
          <a:xfrm>
            <a:off x="5683044" y="4300655"/>
            <a:ext cx="3637936" cy="2769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Staged the files that were created.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06EAF6-3D54-E7F7-1D40-9912E9581DF5}"/>
              </a:ext>
            </a:extLst>
          </p:cNvPr>
          <p:cNvSpPr txBox="1"/>
          <p:nvPr/>
        </p:nvSpPr>
        <p:spPr>
          <a:xfrm>
            <a:off x="5683044" y="4829284"/>
            <a:ext cx="3637936" cy="2769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Committed the files.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D72814F-D89E-4A02-DF12-8CDD232D681B}"/>
              </a:ext>
            </a:extLst>
          </p:cNvPr>
          <p:cNvCxnSpPr>
            <a:stCxn id="22" idx="1"/>
          </p:cNvCxnSpPr>
          <p:nvPr/>
        </p:nvCxnSpPr>
        <p:spPr>
          <a:xfrm flipH="1" flipV="1">
            <a:off x="3569110" y="3940780"/>
            <a:ext cx="2113934" cy="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7DD737F-3043-83B4-96C8-B72BA0340D46}"/>
              </a:ext>
            </a:extLst>
          </p:cNvPr>
          <p:cNvCxnSpPr>
            <a:cxnSpLocks/>
          </p:cNvCxnSpPr>
          <p:nvPr/>
        </p:nvCxnSpPr>
        <p:spPr>
          <a:xfrm flipH="1">
            <a:off x="2389239" y="4414463"/>
            <a:ext cx="3293805" cy="2469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92ED2D3-903D-23A5-29A1-2C23F6735F2D}"/>
              </a:ext>
            </a:extLst>
          </p:cNvPr>
          <p:cNvCxnSpPr>
            <a:stCxn id="24" idx="1"/>
          </p:cNvCxnSpPr>
          <p:nvPr/>
        </p:nvCxnSpPr>
        <p:spPr>
          <a:xfrm flipH="1" flipV="1">
            <a:off x="3057832" y="4577654"/>
            <a:ext cx="2625212" cy="39013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E7AE8119-E513-34E0-271F-E65545B5C2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2855128"/>
            <a:ext cx="2257740" cy="1714739"/>
          </a:xfrm>
          <a:prstGeom prst="rect">
            <a:avLst/>
          </a:prstGeom>
        </p:spPr>
      </p:pic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5333C65-D8AC-4EE2-6A27-FA0E7144E12A}"/>
              </a:ext>
            </a:extLst>
          </p:cNvPr>
          <p:cNvCxnSpPr>
            <a:endCxn id="32" idx="0"/>
          </p:cNvCxnSpPr>
          <p:nvPr/>
        </p:nvCxnSpPr>
        <p:spPr>
          <a:xfrm>
            <a:off x="10958670" y="2624402"/>
            <a:ext cx="0" cy="23072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55B78BC3-058E-ECC4-183B-282D064FAC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463" y="5757433"/>
            <a:ext cx="3620005" cy="46679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CCE6BC5-4B07-30ED-692F-BF7189DC8B27}"/>
              </a:ext>
            </a:extLst>
          </p:cNvPr>
          <p:cNvSpPr txBox="1"/>
          <p:nvPr/>
        </p:nvSpPr>
        <p:spPr>
          <a:xfrm>
            <a:off x="5559892" y="5489756"/>
            <a:ext cx="4146756" cy="2769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Used to check if my .</a:t>
            </a:r>
            <a:r>
              <a:rPr lang="en-US" sz="1200" dirty="0" err="1"/>
              <a:t>gitignore</a:t>
            </a:r>
            <a:r>
              <a:rPr lang="en-US" sz="1200" dirty="0"/>
              <a:t> files are in nano.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E7426E-602D-FB53-0735-93BDD44C00F1}"/>
              </a:ext>
            </a:extLst>
          </p:cNvPr>
          <p:cNvCxnSpPr/>
          <p:nvPr/>
        </p:nvCxnSpPr>
        <p:spPr>
          <a:xfrm flipH="1">
            <a:off x="1582994" y="5489756"/>
            <a:ext cx="3976898" cy="50107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80484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973067-8017-228B-73FE-B6B15C47EE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91" y="526648"/>
            <a:ext cx="4915586" cy="452500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6652E08-56A3-E3A0-A127-935624798ABB}"/>
              </a:ext>
            </a:extLst>
          </p:cNvPr>
          <p:cNvSpPr txBox="1"/>
          <p:nvPr/>
        </p:nvSpPr>
        <p:spPr>
          <a:xfrm>
            <a:off x="3657600" y="157316"/>
            <a:ext cx="33036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Linking my repository locally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D59213-2A11-E969-AF08-7195B7A25B60}"/>
              </a:ext>
            </a:extLst>
          </p:cNvPr>
          <p:cNvSpPr txBox="1"/>
          <p:nvPr/>
        </p:nvSpPr>
        <p:spPr>
          <a:xfrm>
            <a:off x="5407743" y="825910"/>
            <a:ext cx="2438400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Created a local folder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A087284-C409-36B0-6BF3-23984C2B1E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91" y="5051654"/>
            <a:ext cx="4915586" cy="16956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C8D5165-9C82-718E-113E-7290745F6A96}"/>
              </a:ext>
            </a:extLst>
          </p:cNvPr>
          <p:cNvSpPr txBox="1"/>
          <p:nvPr/>
        </p:nvSpPr>
        <p:spPr>
          <a:xfrm>
            <a:off x="5525728" y="5897370"/>
            <a:ext cx="491558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Check the remote connection is working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86D6E9-DCE2-A2A3-88FE-9DF9CB7FA65B}"/>
              </a:ext>
            </a:extLst>
          </p:cNvPr>
          <p:cNvSpPr txBox="1"/>
          <p:nvPr/>
        </p:nvSpPr>
        <p:spPr>
          <a:xfrm>
            <a:off x="5683046" y="3361640"/>
            <a:ext cx="3657600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Initialized a Git repo inside of it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121B5C4-E9B3-8BF1-E85D-FE6EFE9050FF}"/>
              </a:ext>
            </a:extLst>
          </p:cNvPr>
          <p:cNvCxnSpPr>
            <a:stCxn id="7" idx="1"/>
          </p:cNvCxnSpPr>
          <p:nvPr/>
        </p:nvCxnSpPr>
        <p:spPr>
          <a:xfrm flipH="1">
            <a:off x="4021394" y="1010576"/>
            <a:ext cx="1386349" cy="72973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A35669D-E1BD-E6DA-AF45-754A1A0A1CA9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3470787" y="3546306"/>
            <a:ext cx="2212259" cy="3648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E5A241E-0F68-4D76-15D4-CAE51CE2A953}"/>
              </a:ext>
            </a:extLst>
          </p:cNvPr>
          <p:cNvCxnSpPr>
            <a:cxnSpLocks/>
          </p:cNvCxnSpPr>
          <p:nvPr/>
        </p:nvCxnSpPr>
        <p:spPr>
          <a:xfrm flipH="1">
            <a:off x="4463845" y="5988488"/>
            <a:ext cx="1061883" cy="8908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62857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6DCBB3F-7CFF-069C-1DF8-252C4BB48D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963" y="167147"/>
            <a:ext cx="6906589" cy="656794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35E8BC1-7F8E-DBA0-D889-07930726F950}"/>
              </a:ext>
            </a:extLst>
          </p:cNvPr>
          <p:cNvSpPr txBox="1"/>
          <p:nvPr/>
        </p:nvSpPr>
        <p:spPr>
          <a:xfrm>
            <a:off x="7629831" y="251797"/>
            <a:ext cx="3165987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Modifying a file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B09099-CBB8-9144-C58B-FD7265E8FFAB}"/>
              </a:ext>
            </a:extLst>
          </p:cNvPr>
          <p:cNvSpPr txBox="1"/>
          <p:nvPr/>
        </p:nvSpPr>
        <p:spPr>
          <a:xfrm>
            <a:off x="7629831" y="988142"/>
            <a:ext cx="3770671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Created a file that is staged </a:t>
            </a:r>
            <a:r>
              <a:rPr lang="en-US" dirty="0">
                <a:solidFill>
                  <a:srgbClr val="FF0000"/>
                </a:solidFill>
              </a:rPr>
              <a:t>(In Red)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0DAD65-7C89-7D39-5C7E-F5C39AEC7D17}"/>
              </a:ext>
            </a:extLst>
          </p:cNvPr>
          <p:cNvSpPr txBox="1"/>
          <p:nvPr/>
        </p:nvSpPr>
        <p:spPr>
          <a:xfrm>
            <a:off x="7782231" y="2023636"/>
            <a:ext cx="3165987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Changes to be committed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D8AC22-3378-3DCC-1CB5-477FEFE71225}"/>
              </a:ext>
            </a:extLst>
          </p:cNvPr>
          <p:cNvSpPr txBox="1"/>
          <p:nvPr/>
        </p:nvSpPr>
        <p:spPr>
          <a:xfrm>
            <a:off x="7629831" y="3266455"/>
            <a:ext cx="4021394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Changes to be committed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(In Green)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86E583-D7B7-0986-E232-0810D91E8E51}"/>
              </a:ext>
            </a:extLst>
          </p:cNvPr>
          <p:cNvSpPr txBox="1"/>
          <p:nvPr/>
        </p:nvSpPr>
        <p:spPr>
          <a:xfrm>
            <a:off x="7644578" y="4441410"/>
            <a:ext cx="2256506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Committing the file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D64CC0-B889-8745-56FB-DC03D454E690}"/>
              </a:ext>
            </a:extLst>
          </p:cNvPr>
          <p:cNvSpPr txBox="1"/>
          <p:nvPr/>
        </p:nvSpPr>
        <p:spPr>
          <a:xfrm>
            <a:off x="7693739" y="5544768"/>
            <a:ext cx="2256506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Files committed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55D41A6-C1DC-C4AF-9760-D93050C94901}"/>
              </a:ext>
            </a:extLst>
          </p:cNvPr>
          <p:cNvCxnSpPr>
            <a:stCxn id="5" idx="1"/>
          </p:cNvCxnSpPr>
          <p:nvPr/>
        </p:nvCxnSpPr>
        <p:spPr>
          <a:xfrm flipH="1">
            <a:off x="3962400" y="436463"/>
            <a:ext cx="3667431" cy="4531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0B3C19D-B622-AAEE-D575-21D03429EB08}"/>
              </a:ext>
            </a:extLst>
          </p:cNvPr>
          <p:cNvCxnSpPr>
            <a:cxnSpLocks/>
          </p:cNvCxnSpPr>
          <p:nvPr/>
        </p:nvCxnSpPr>
        <p:spPr>
          <a:xfrm flipH="1">
            <a:off x="3824748" y="1158092"/>
            <a:ext cx="3805082" cy="33353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99F45F2-1C3D-06D9-2BDA-7BB0974DA7AD}"/>
              </a:ext>
            </a:extLst>
          </p:cNvPr>
          <p:cNvCxnSpPr>
            <a:cxnSpLocks/>
          </p:cNvCxnSpPr>
          <p:nvPr/>
        </p:nvCxnSpPr>
        <p:spPr>
          <a:xfrm flipH="1">
            <a:off x="4114800" y="2177363"/>
            <a:ext cx="3667431" cy="29224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19D1227-1D19-A06D-FFF5-7F54FB39700E}"/>
              </a:ext>
            </a:extLst>
          </p:cNvPr>
          <p:cNvCxnSpPr>
            <a:cxnSpLocks/>
          </p:cNvCxnSpPr>
          <p:nvPr/>
        </p:nvCxnSpPr>
        <p:spPr>
          <a:xfrm flipH="1">
            <a:off x="3215148" y="3469019"/>
            <a:ext cx="4414682" cy="11845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F826124-E4CE-F270-5BC5-3F7ED6A7BC42}"/>
              </a:ext>
            </a:extLst>
          </p:cNvPr>
          <p:cNvCxnSpPr/>
          <p:nvPr/>
        </p:nvCxnSpPr>
        <p:spPr>
          <a:xfrm flipH="1">
            <a:off x="3962400" y="4645628"/>
            <a:ext cx="3667431" cy="4531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6451581-24A4-87B7-BD2E-2638509839A2}"/>
              </a:ext>
            </a:extLst>
          </p:cNvPr>
          <p:cNvCxnSpPr/>
          <p:nvPr/>
        </p:nvCxnSpPr>
        <p:spPr>
          <a:xfrm flipH="1">
            <a:off x="4026308" y="5706775"/>
            <a:ext cx="3667431" cy="4531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8548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17E224E-39E0-2707-8A14-F5E4975ED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15" y="271672"/>
            <a:ext cx="4953691" cy="344492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4C8088E-1036-BC1B-1006-582E9FF336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478" y="3237290"/>
            <a:ext cx="5889522" cy="3349038"/>
          </a:xfrm>
          <a:prstGeom prst="rect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C9CB1DC-0FE4-6C98-C71B-FA4636174F8E}"/>
              </a:ext>
            </a:extLst>
          </p:cNvPr>
          <p:cNvSpPr txBox="1"/>
          <p:nvPr/>
        </p:nvSpPr>
        <p:spPr>
          <a:xfrm>
            <a:off x="7089058" y="4198374"/>
            <a:ext cx="202544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File in my repo.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311EFD-3FD7-31E4-408B-0A22819F317D}"/>
              </a:ext>
            </a:extLst>
          </p:cNvPr>
          <p:cNvSpPr txBox="1"/>
          <p:nvPr/>
        </p:nvSpPr>
        <p:spPr>
          <a:xfrm>
            <a:off x="5910073" y="388374"/>
            <a:ext cx="2025445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Add commit anything new.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987F17-7973-1AE2-B624-EA140FAD8690}"/>
              </a:ext>
            </a:extLst>
          </p:cNvPr>
          <p:cNvSpPr txBox="1"/>
          <p:nvPr/>
        </p:nvSpPr>
        <p:spPr>
          <a:xfrm>
            <a:off x="6096000" y="2317975"/>
            <a:ext cx="202544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Pushed to my repo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E76DDA3-494C-37AD-A9B5-EB7501109E59}"/>
              </a:ext>
            </a:extLst>
          </p:cNvPr>
          <p:cNvCxnSpPr/>
          <p:nvPr/>
        </p:nvCxnSpPr>
        <p:spPr>
          <a:xfrm flipH="1">
            <a:off x="3048000" y="501445"/>
            <a:ext cx="2862073" cy="7865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FC30D6D-7E5F-DEB5-429B-B197803C73EB}"/>
              </a:ext>
            </a:extLst>
          </p:cNvPr>
          <p:cNvCxnSpPr/>
          <p:nvPr/>
        </p:nvCxnSpPr>
        <p:spPr>
          <a:xfrm flipH="1">
            <a:off x="3233927" y="2390914"/>
            <a:ext cx="2862073" cy="7865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6814E47-CC69-28C9-5EA6-E7ACDA092165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3730456" y="4383040"/>
            <a:ext cx="3358602" cy="47417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2539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2BF33D-3D12-1E49-D12D-9C2B756759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854" y="109929"/>
            <a:ext cx="3391373" cy="1295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424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262D6C-AB95-FB6B-6255-C68EA5F551D5}"/>
              </a:ext>
            </a:extLst>
          </p:cNvPr>
          <p:cNvSpPr txBox="1"/>
          <p:nvPr/>
        </p:nvSpPr>
        <p:spPr>
          <a:xfrm>
            <a:off x="3048000" y="305014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Create a scenario to create a pull request</a:t>
            </a:r>
          </a:p>
        </p:txBody>
      </p:sp>
    </p:spTree>
    <p:extLst>
      <p:ext uri="{BB962C8B-B14F-4D97-AF65-F5344CB8AC3E}">
        <p14:creationId xmlns:p14="http://schemas.microsoft.com/office/powerpoint/2010/main" val="19534753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CCFA587-A4E9-1D8F-F2DB-95242343E8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133" y="848562"/>
            <a:ext cx="9892468" cy="202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1122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BB471D5-D9EE-B057-3258-DBA542E72D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81312"/>
            <a:ext cx="9797143" cy="5847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871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C42A51-8DC4-4BA1-32E7-7D0B5EA3B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73629"/>
            <a:ext cx="12192000" cy="5290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98468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954</TotalTime>
  <Words>151</Words>
  <Application>Microsoft Office PowerPoint</Application>
  <PresentationFormat>Widescreen</PresentationFormat>
  <Paragraphs>28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Lato Extended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Shaun Ratcliff</dc:creator>
  <cp:lastModifiedBy>Shaun Ratcliff</cp:lastModifiedBy>
  <cp:revision>1</cp:revision>
  <dcterms:created xsi:type="dcterms:W3CDTF">2026-01-25T18:31:16Z</dcterms:created>
  <dcterms:modified xsi:type="dcterms:W3CDTF">2026-02-09T20:06:45Z</dcterms:modified>
</cp:coreProperties>
</file>