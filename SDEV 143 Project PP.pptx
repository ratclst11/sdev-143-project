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57" r:id="rId3"/>
    <p:sldId id="292" r:id="rId4"/>
    <p:sldId id="258" r:id="rId5"/>
    <p:sldId id="259" r:id="rId6"/>
    <p:sldId id="260" r:id="rId7"/>
    <p:sldId id="275" r:id="rId8"/>
    <p:sldId id="262" r:id="rId9"/>
    <p:sldId id="270" r:id="rId10"/>
    <p:sldId id="268" r:id="rId11"/>
    <p:sldId id="269" r:id="rId12"/>
    <p:sldId id="263" r:id="rId13"/>
    <p:sldId id="264" r:id="rId14"/>
    <p:sldId id="265" r:id="rId15"/>
    <p:sldId id="266" r:id="rId16"/>
    <p:sldId id="267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3" r:id="rId37"/>
    <p:sldId id="295" r:id="rId38"/>
    <p:sldId id="296" r:id="rId39"/>
    <p:sldId id="294" r:id="rId40"/>
    <p:sldId id="305" r:id="rId41"/>
    <p:sldId id="297" r:id="rId42"/>
    <p:sldId id="298" r:id="rId43"/>
    <p:sldId id="299" r:id="rId44"/>
    <p:sldId id="301" r:id="rId45"/>
    <p:sldId id="300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7846B-ACC5-4B95-A508-E35968C8A7D3}" v="244" dt="2026-03-07T14:43:57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Ratcliff" userId="1720d92ff15e284e" providerId="LiveId" clId="{782A1E08-4343-4DE7-BABB-D7C702D94E7D}"/>
    <pc:docChg chg="undo redo custSel addSld delSld modSld sldOrd">
      <pc:chgData name="Shaun Ratcliff" userId="1720d92ff15e284e" providerId="LiveId" clId="{782A1E08-4343-4DE7-BABB-D7C702D94E7D}" dt="2026-03-07T14:45:26.310" v="8011" actId="692"/>
      <pc:docMkLst>
        <pc:docMk/>
      </pc:docMkLst>
      <pc:sldChg chg="addSp delSp modSp new mod">
        <pc:chgData name="Shaun Ratcliff" userId="1720d92ff15e284e" providerId="LiveId" clId="{782A1E08-4343-4DE7-BABB-D7C702D94E7D}" dt="2026-02-08T17:45:36.627" v="880" actId="692"/>
        <pc:sldMkLst>
          <pc:docMk/>
          <pc:sldMk cId="3826285702" sldId="258"/>
        </pc:sldMkLst>
        <pc:spChg chg="add mod">
          <ac:chgData name="Shaun Ratcliff" userId="1720d92ff15e284e" providerId="LiveId" clId="{782A1E08-4343-4DE7-BABB-D7C702D94E7D}" dt="2026-02-08T16:43:09.657" v="169" actId="14100"/>
          <ac:spMkLst>
            <pc:docMk/>
            <pc:sldMk cId="3826285702" sldId="258"/>
            <ac:spMk id="6" creationId="{66652E08-56A3-E3A0-A127-935624798ABB}"/>
          </ac:spMkLst>
        </pc:spChg>
        <pc:spChg chg="add mod">
          <ac:chgData name="Shaun Ratcliff" userId="1720d92ff15e284e" providerId="LiveId" clId="{782A1E08-4343-4DE7-BABB-D7C702D94E7D}" dt="2026-02-08T17:43:37.073" v="822" actId="692"/>
          <ac:spMkLst>
            <pc:docMk/>
            <pc:sldMk cId="3826285702" sldId="258"/>
            <ac:spMk id="7" creationId="{66D59213-2A11-E969-AF08-7195B7A25B60}"/>
          </ac:spMkLst>
        </pc:spChg>
        <pc:spChg chg="add mod">
          <ac:chgData name="Shaun Ratcliff" userId="1720d92ff15e284e" providerId="LiveId" clId="{782A1E08-4343-4DE7-BABB-D7C702D94E7D}" dt="2026-02-08T17:43:51.647" v="848" actId="692"/>
          <ac:spMkLst>
            <pc:docMk/>
            <pc:sldMk cId="3826285702" sldId="258"/>
            <ac:spMk id="10" creationId="{8C8D5165-9C82-718E-113E-7290745F6A96}"/>
          </ac:spMkLst>
        </pc:spChg>
        <pc:spChg chg="add mod">
          <ac:chgData name="Shaun Ratcliff" userId="1720d92ff15e284e" providerId="LiveId" clId="{782A1E08-4343-4DE7-BABB-D7C702D94E7D}" dt="2026-02-08T17:43:42.318" v="832" actId="692"/>
          <ac:spMkLst>
            <pc:docMk/>
            <pc:sldMk cId="3826285702" sldId="258"/>
            <ac:spMk id="11" creationId="{C186D6E9-DCE2-A2A3-88FE-9DF9CB7FA65B}"/>
          </ac:spMkLst>
        </pc:spChg>
        <pc:picChg chg="add mod">
          <ac:chgData name="Shaun Ratcliff" userId="1720d92ff15e284e" providerId="LiveId" clId="{782A1E08-4343-4DE7-BABB-D7C702D94E7D}" dt="2026-02-08T17:06:21.749" v="199" actId="1076"/>
          <ac:picMkLst>
            <pc:docMk/>
            <pc:sldMk cId="3826285702" sldId="258"/>
            <ac:picMk id="5" creationId="{3A973067-8017-228B-73FE-B6B15C47EE24}"/>
          </ac:picMkLst>
        </pc:picChg>
        <pc:picChg chg="add mod">
          <ac:chgData name="Shaun Ratcliff" userId="1720d92ff15e284e" providerId="LiveId" clId="{782A1E08-4343-4DE7-BABB-D7C702D94E7D}" dt="2026-02-08T17:06:24.542" v="200" actId="1076"/>
          <ac:picMkLst>
            <pc:docMk/>
            <pc:sldMk cId="3826285702" sldId="258"/>
            <ac:picMk id="9" creationId="{4A087284-C409-36B0-6BF3-23984C2B1E23}"/>
          </ac:picMkLst>
        </pc:picChg>
        <pc:cxnChg chg="add mod">
          <ac:chgData name="Shaun Ratcliff" userId="1720d92ff15e284e" providerId="LiveId" clId="{782A1E08-4343-4DE7-BABB-D7C702D94E7D}" dt="2026-02-08T17:45:11.991" v="871" actId="692"/>
          <ac:cxnSpMkLst>
            <pc:docMk/>
            <pc:sldMk cId="3826285702" sldId="258"/>
            <ac:cxnSpMk id="13" creationId="{0121B5C4-E9B3-8BF1-E85D-FE6EFE9050FF}"/>
          </ac:cxnSpMkLst>
        </pc:cxnChg>
        <pc:cxnChg chg="add mod">
          <ac:chgData name="Shaun Ratcliff" userId="1720d92ff15e284e" providerId="LiveId" clId="{782A1E08-4343-4DE7-BABB-D7C702D94E7D}" dt="2026-02-08T17:45:06.049" v="864" actId="14100"/>
          <ac:cxnSpMkLst>
            <pc:docMk/>
            <pc:sldMk cId="3826285702" sldId="258"/>
            <ac:cxnSpMk id="14" creationId="{CA35669D-E1BD-E6DA-AF45-754A1A0A1CA9}"/>
          </ac:cxnSpMkLst>
        </pc:cxnChg>
        <pc:cxnChg chg="add mod">
          <ac:chgData name="Shaun Ratcliff" userId="1720d92ff15e284e" providerId="LiveId" clId="{782A1E08-4343-4DE7-BABB-D7C702D94E7D}" dt="2026-02-08T17:45:36.627" v="880" actId="692"/>
          <ac:cxnSpMkLst>
            <pc:docMk/>
            <pc:sldMk cId="3826285702" sldId="258"/>
            <ac:cxnSpMk id="15" creationId="{5E5A241E-0F68-4D76-15D4-CAE51CE2A953}"/>
          </ac:cxnSpMkLst>
        </pc:cxnChg>
      </pc:sldChg>
      <pc:sldChg chg="addSp delSp modSp new mod">
        <pc:chgData name="Shaun Ratcliff" userId="1720d92ff15e284e" providerId="LiveId" clId="{782A1E08-4343-4DE7-BABB-D7C702D94E7D}" dt="2026-02-08T17:28:45.496" v="655" actId="14100"/>
        <pc:sldMkLst>
          <pc:docMk/>
          <pc:sldMk cId="1388548404" sldId="259"/>
        </pc:sldMkLst>
        <pc:spChg chg="add mod">
          <ac:chgData name="Shaun Ratcliff" userId="1720d92ff15e284e" providerId="LiveId" clId="{782A1E08-4343-4DE7-BABB-D7C702D94E7D}" dt="2026-02-08T17:26:52.147" v="630" actId="1076"/>
          <ac:spMkLst>
            <pc:docMk/>
            <pc:sldMk cId="1388548404" sldId="259"/>
            <ac:spMk id="5" creationId="{335E8BC1-7F8E-DBA0-D889-07930726F950}"/>
          </ac:spMkLst>
        </pc:spChg>
        <pc:spChg chg="add mod">
          <ac:chgData name="Shaun Ratcliff" userId="1720d92ff15e284e" providerId="LiveId" clId="{782A1E08-4343-4DE7-BABB-D7C702D94E7D}" dt="2026-02-08T17:25:28.642" v="628" actId="207"/>
          <ac:spMkLst>
            <pc:docMk/>
            <pc:sldMk cId="1388548404" sldId="259"/>
            <ac:spMk id="8" creationId="{39B09099-CBB8-9144-C58B-FD7265E8FFAB}"/>
          </ac:spMkLst>
        </pc:spChg>
        <pc:spChg chg="add mod">
          <ac:chgData name="Shaun Ratcliff" userId="1720d92ff15e284e" providerId="LiveId" clId="{782A1E08-4343-4DE7-BABB-D7C702D94E7D}" dt="2026-02-08T17:28:18.696" v="649" actId="1076"/>
          <ac:spMkLst>
            <pc:docMk/>
            <pc:sldMk cId="1388548404" sldId="259"/>
            <ac:spMk id="9" creationId="{3A0DAD65-7C89-7D39-5C7E-F5C39AEC7D17}"/>
          </ac:spMkLst>
        </pc:spChg>
        <pc:spChg chg="add mod">
          <ac:chgData name="Shaun Ratcliff" userId="1720d92ff15e284e" providerId="LiveId" clId="{782A1E08-4343-4DE7-BABB-D7C702D94E7D}" dt="2026-02-08T17:25:35.566" v="629" actId="207"/>
          <ac:spMkLst>
            <pc:docMk/>
            <pc:sldMk cId="1388548404" sldId="259"/>
            <ac:spMk id="10" creationId="{0ED8AC22-3378-3DCC-1CB5-477FEFE71225}"/>
          </ac:spMkLst>
        </pc:spChg>
        <pc:spChg chg="add mod">
          <ac:chgData name="Shaun Ratcliff" userId="1720d92ff15e284e" providerId="LiveId" clId="{782A1E08-4343-4DE7-BABB-D7C702D94E7D}" dt="2026-02-08T17:24:22.956" v="592" actId="208"/>
          <ac:spMkLst>
            <pc:docMk/>
            <pc:sldMk cId="1388548404" sldId="259"/>
            <ac:spMk id="11" creationId="{E186E583-D7B7-0986-E232-0810D91E8E51}"/>
          </ac:spMkLst>
        </pc:spChg>
        <pc:spChg chg="add mod">
          <ac:chgData name="Shaun Ratcliff" userId="1720d92ff15e284e" providerId="LiveId" clId="{782A1E08-4343-4DE7-BABB-D7C702D94E7D}" dt="2026-02-08T17:24:12.065" v="590" actId="1582"/>
          <ac:spMkLst>
            <pc:docMk/>
            <pc:sldMk cId="1388548404" sldId="259"/>
            <ac:spMk id="12" creationId="{74D64CC0-B889-8745-56FB-DC03D454E690}"/>
          </ac:spMkLst>
        </pc:spChg>
        <pc:picChg chg="add mod">
          <ac:chgData name="Shaun Ratcliff" userId="1720d92ff15e284e" providerId="LiveId" clId="{782A1E08-4343-4DE7-BABB-D7C702D94E7D}" dt="2026-02-08T17:15:52.334" v="302" actId="14100"/>
          <ac:picMkLst>
            <pc:docMk/>
            <pc:sldMk cId="1388548404" sldId="259"/>
            <ac:picMk id="3" creationId="{A6DCBB3F-7CFF-069C-1DF8-252C4BB48DFD}"/>
          </ac:picMkLst>
        </pc:picChg>
        <pc:cxnChg chg="add mod">
          <ac:chgData name="Shaun Ratcliff" userId="1720d92ff15e284e" providerId="LiveId" clId="{782A1E08-4343-4DE7-BABB-D7C702D94E7D}" dt="2026-02-08T17:27:20.379" v="638" actId="692"/>
          <ac:cxnSpMkLst>
            <pc:docMk/>
            <pc:sldMk cId="1388548404" sldId="259"/>
            <ac:cxnSpMk id="14" creationId="{855D41A6-C1DC-C4AF-9760-D93050C94901}"/>
          </ac:cxnSpMkLst>
        </pc:cxnChg>
        <pc:cxnChg chg="add mod">
          <ac:chgData name="Shaun Ratcliff" userId="1720d92ff15e284e" providerId="LiveId" clId="{782A1E08-4343-4DE7-BABB-D7C702D94E7D}" dt="2026-02-08T17:28:33.434" v="653" actId="14100"/>
          <ac:cxnSpMkLst>
            <pc:docMk/>
            <pc:sldMk cId="1388548404" sldId="259"/>
            <ac:cxnSpMk id="15" creationId="{B0B3C19D-B622-AAEE-D575-21D03429EB08}"/>
          </ac:cxnSpMkLst>
        </pc:cxnChg>
        <pc:cxnChg chg="add mod">
          <ac:chgData name="Shaun Ratcliff" userId="1720d92ff15e284e" providerId="LiveId" clId="{782A1E08-4343-4DE7-BABB-D7C702D94E7D}" dt="2026-02-08T17:28:24.341" v="651" actId="14100"/>
          <ac:cxnSpMkLst>
            <pc:docMk/>
            <pc:sldMk cId="1388548404" sldId="259"/>
            <ac:cxnSpMk id="16" creationId="{699F45F2-1C3D-06D9-2BDA-7BB0974DA7AD}"/>
          </ac:cxnSpMkLst>
        </pc:cxnChg>
        <pc:cxnChg chg="add mod">
          <ac:chgData name="Shaun Ratcliff" userId="1720d92ff15e284e" providerId="LiveId" clId="{782A1E08-4343-4DE7-BABB-D7C702D94E7D}" dt="2026-02-08T17:28:45.496" v="655" actId="14100"/>
          <ac:cxnSpMkLst>
            <pc:docMk/>
            <pc:sldMk cId="1388548404" sldId="259"/>
            <ac:cxnSpMk id="17" creationId="{219D1227-1D19-A06D-FFF5-7F54FB39700E}"/>
          </ac:cxnSpMkLst>
        </pc:cxnChg>
        <pc:cxnChg chg="add mod">
          <ac:chgData name="Shaun Ratcliff" userId="1720d92ff15e284e" providerId="LiveId" clId="{782A1E08-4343-4DE7-BABB-D7C702D94E7D}" dt="2026-02-08T17:27:45.335" v="645" actId="1076"/>
          <ac:cxnSpMkLst>
            <pc:docMk/>
            <pc:sldMk cId="1388548404" sldId="259"/>
            <ac:cxnSpMk id="18" creationId="{6F826124-E4CE-F270-5BC5-3F7ED6A7BC42}"/>
          </ac:cxnSpMkLst>
        </pc:cxnChg>
        <pc:cxnChg chg="add mod">
          <ac:chgData name="Shaun Ratcliff" userId="1720d92ff15e284e" providerId="LiveId" clId="{782A1E08-4343-4DE7-BABB-D7C702D94E7D}" dt="2026-02-08T17:27:39.897" v="644" actId="1076"/>
          <ac:cxnSpMkLst>
            <pc:docMk/>
            <pc:sldMk cId="1388548404" sldId="259"/>
            <ac:cxnSpMk id="19" creationId="{26451581-24A4-87B7-BD2E-2638509839A2}"/>
          </ac:cxnSpMkLst>
        </pc:cxnChg>
      </pc:sldChg>
      <pc:sldChg chg="addSp modSp new mod">
        <pc:chgData name="Shaun Ratcliff" userId="1720d92ff15e284e" providerId="LiveId" clId="{782A1E08-4343-4DE7-BABB-D7C702D94E7D}" dt="2026-02-08T17:37:53.855" v="811" actId="692"/>
        <pc:sldMkLst>
          <pc:docMk/>
          <pc:sldMk cId="441253942" sldId="260"/>
        </pc:sldMkLst>
        <pc:spChg chg="add mod">
          <ac:chgData name="Shaun Ratcliff" userId="1720d92ff15e284e" providerId="LiveId" clId="{782A1E08-4343-4DE7-BABB-D7C702D94E7D}" dt="2026-02-08T17:35:52.091" v="718" actId="692"/>
          <ac:spMkLst>
            <pc:docMk/>
            <pc:sldMk cId="441253942" sldId="260"/>
            <ac:spMk id="6" creationId="{7C9CB1DC-0FE4-6C98-C71B-FA4636174F8E}"/>
          </ac:spMkLst>
        </pc:spChg>
        <pc:spChg chg="add mod">
          <ac:chgData name="Shaun Ratcliff" userId="1720d92ff15e284e" providerId="LiveId" clId="{782A1E08-4343-4DE7-BABB-D7C702D94E7D}" dt="2026-02-08T17:36:37.300" v="764" actId="20577"/>
          <ac:spMkLst>
            <pc:docMk/>
            <pc:sldMk cId="441253942" sldId="260"/>
            <ac:spMk id="7" creationId="{6D311EFD-3FD7-31E4-408B-0A22819F317D}"/>
          </ac:spMkLst>
        </pc:spChg>
        <pc:spChg chg="add mod">
          <ac:chgData name="Shaun Ratcliff" userId="1720d92ff15e284e" providerId="LiveId" clId="{782A1E08-4343-4DE7-BABB-D7C702D94E7D}" dt="2026-02-08T17:37:06.052" v="784" actId="1076"/>
          <ac:spMkLst>
            <pc:docMk/>
            <pc:sldMk cId="441253942" sldId="260"/>
            <ac:spMk id="8" creationId="{F8987F17-7973-1AE2-B624-EA140FAD8690}"/>
          </ac:spMkLst>
        </pc:spChg>
        <pc:picChg chg="add mod">
          <ac:chgData name="Shaun Ratcliff" userId="1720d92ff15e284e" providerId="LiveId" clId="{782A1E08-4343-4DE7-BABB-D7C702D94E7D}" dt="2026-02-08T17:33:42.699" v="666" actId="14100"/>
          <ac:picMkLst>
            <pc:docMk/>
            <pc:sldMk cId="441253942" sldId="260"/>
            <ac:picMk id="3" creationId="{417E224E-39E0-2707-8A14-F5E4975ED3F6}"/>
          </ac:picMkLst>
        </pc:picChg>
        <pc:picChg chg="add mod">
          <ac:chgData name="Shaun Ratcliff" userId="1720d92ff15e284e" providerId="LiveId" clId="{782A1E08-4343-4DE7-BABB-D7C702D94E7D}" dt="2026-02-08T17:34:16.397" v="686" actId="692"/>
          <ac:picMkLst>
            <pc:docMk/>
            <pc:sldMk cId="441253942" sldId="260"/>
            <ac:picMk id="5" creationId="{F4C8088E-1036-BC1B-1006-582E9FF336B3}"/>
          </ac:picMkLst>
        </pc:picChg>
        <pc:cxnChg chg="add mod">
          <ac:chgData name="Shaun Ratcliff" userId="1720d92ff15e284e" providerId="LiveId" clId="{782A1E08-4343-4DE7-BABB-D7C702D94E7D}" dt="2026-02-08T17:37:53.855" v="811" actId="692"/>
          <ac:cxnSpMkLst>
            <pc:docMk/>
            <pc:sldMk cId="441253942" sldId="260"/>
            <ac:cxnSpMk id="10" creationId="{BE76DDA3-494C-37AD-A9B5-EB7501109E59}"/>
          </ac:cxnSpMkLst>
        </pc:cxnChg>
        <pc:cxnChg chg="add mod">
          <ac:chgData name="Shaun Ratcliff" userId="1720d92ff15e284e" providerId="LiveId" clId="{782A1E08-4343-4DE7-BABB-D7C702D94E7D}" dt="2026-02-08T17:37:40.324" v="797" actId="692"/>
          <ac:cxnSpMkLst>
            <pc:docMk/>
            <pc:sldMk cId="441253942" sldId="260"/>
            <ac:cxnSpMk id="11" creationId="{FFC30D6D-7E5F-DEB5-429B-B197803C73EB}"/>
          </ac:cxnSpMkLst>
        </pc:cxnChg>
        <pc:cxnChg chg="add mod">
          <ac:chgData name="Shaun Ratcliff" userId="1720d92ff15e284e" providerId="LiveId" clId="{782A1E08-4343-4DE7-BABB-D7C702D94E7D}" dt="2026-02-08T17:37:45.732" v="804" actId="692"/>
          <ac:cxnSpMkLst>
            <pc:docMk/>
            <pc:sldMk cId="441253942" sldId="260"/>
            <ac:cxnSpMk id="12" creationId="{C6814E47-CC69-28C9-5EA6-E7ACDA092165}"/>
          </ac:cxnSpMkLst>
        </pc:cxnChg>
      </pc:sldChg>
      <pc:sldChg chg="addSp modSp new mod">
        <pc:chgData name="Shaun Ratcliff" userId="1720d92ff15e284e" providerId="LiveId" clId="{782A1E08-4343-4DE7-BABB-D7C702D94E7D}" dt="2026-02-09T22:20:59.019" v="2409" actId="1076"/>
        <pc:sldMkLst>
          <pc:docMk/>
          <pc:sldMk cId="1953475312" sldId="262"/>
        </pc:sldMkLst>
        <pc:spChg chg="add mod">
          <ac:chgData name="Shaun Ratcliff" userId="1720d92ff15e284e" providerId="LiveId" clId="{782A1E08-4343-4DE7-BABB-D7C702D94E7D}" dt="2026-02-09T21:25:38.874" v="1968" actId="1076"/>
          <ac:spMkLst>
            <pc:docMk/>
            <pc:sldMk cId="1953475312" sldId="262"/>
            <ac:spMk id="3" creationId="{F0262D6C-AB95-FB6B-6255-C68EA5F551D5}"/>
          </ac:spMkLst>
        </pc:spChg>
        <pc:spChg chg="add mod">
          <ac:chgData name="Shaun Ratcliff" userId="1720d92ff15e284e" providerId="LiveId" clId="{782A1E08-4343-4DE7-BABB-D7C702D94E7D}" dt="2026-02-09T22:17:22.806" v="2397" actId="692"/>
          <ac:spMkLst>
            <pc:docMk/>
            <pc:sldMk cId="1953475312" sldId="262"/>
            <ac:spMk id="7" creationId="{D4463D9C-DB4E-AE17-A5D1-8B8801C2F96E}"/>
          </ac:spMkLst>
        </pc:spChg>
        <pc:spChg chg="add mod">
          <ac:chgData name="Shaun Ratcliff" userId="1720d92ff15e284e" providerId="LiveId" clId="{782A1E08-4343-4DE7-BABB-D7C702D94E7D}" dt="2026-02-09T22:19:35.435" v="2407" actId="692"/>
          <ac:spMkLst>
            <pc:docMk/>
            <pc:sldMk cId="1953475312" sldId="262"/>
            <ac:spMk id="8" creationId="{13C212F8-48D8-75DF-9C4A-9F5193575497}"/>
          </ac:spMkLst>
        </pc:spChg>
        <pc:spChg chg="add mod">
          <ac:chgData name="Shaun Ratcliff" userId="1720d92ff15e284e" providerId="LiveId" clId="{782A1E08-4343-4DE7-BABB-D7C702D94E7D}" dt="2026-02-09T22:20:59.019" v="2409" actId="1076"/>
          <ac:spMkLst>
            <pc:docMk/>
            <pc:sldMk cId="1953475312" sldId="262"/>
            <ac:spMk id="9" creationId="{88DAEBEF-3C20-97B6-E5E9-A142FCA0A8F9}"/>
          </ac:spMkLst>
        </pc:spChg>
        <pc:picChg chg="add mod">
          <ac:chgData name="Shaun Ratcliff" userId="1720d92ff15e284e" providerId="LiveId" clId="{782A1E08-4343-4DE7-BABB-D7C702D94E7D}" dt="2026-02-09T22:14:47.020" v="2322" actId="1076"/>
          <ac:picMkLst>
            <pc:docMk/>
            <pc:sldMk cId="1953475312" sldId="262"/>
            <ac:picMk id="4" creationId="{4279B789-E04B-39C0-33F7-BFDEE6864381}"/>
          </ac:picMkLst>
        </pc:picChg>
        <pc:picChg chg="add mod">
          <ac:chgData name="Shaun Ratcliff" userId="1720d92ff15e284e" providerId="LiveId" clId="{782A1E08-4343-4DE7-BABB-D7C702D94E7D}" dt="2026-02-09T22:14:52.746" v="2324" actId="14100"/>
          <ac:picMkLst>
            <pc:docMk/>
            <pc:sldMk cId="1953475312" sldId="262"/>
            <ac:picMk id="6" creationId="{AC8094F1-BA95-6B7A-ECB5-5F9E8E72AE48}"/>
          </ac:picMkLst>
        </pc:picChg>
      </pc:sldChg>
      <pc:sldChg chg="addSp delSp modSp new mod">
        <pc:chgData name="Shaun Ratcliff" userId="1720d92ff15e284e" providerId="LiveId" clId="{782A1E08-4343-4DE7-BABB-D7C702D94E7D}" dt="2026-02-09T21:10:50.206" v="1966" actId="20577"/>
        <pc:sldMkLst>
          <pc:docMk/>
          <pc:sldMk cId="1001122583" sldId="263"/>
        </pc:sldMkLst>
        <pc:spChg chg="add mod">
          <ac:chgData name="Shaun Ratcliff" userId="1720d92ff15e284e" providerId="LiveId" clId="{782A1E08-4343-4DE7-BABB-D7C702D94E7D}" dt="2026-02-09T20:44:16.194" v="1368" actId="1076"/>
          <ac:spMkLst>
            <pc:docMk/>
            <pc:sldMk cId="1001122583" sldId="263"/>
            <ac:spMk id="4" creationId="{37BB00F5-23FA-14AC-FBEE-B727F7A35B2D}"/>
          </ac:spMkLst>
        </pc:spChg>
        <pc:spChg chg="add mod">
          <ac:chgData name="Shaun Ratcliff" userId="1720d92ff15e284e" providerId="LiveId" clId="{782A1E08-4343-4DE7-BABB-D7C702D94E7D}" dt="2026-02-09T20:43:57.217" v="1367" actId="1076"/>
          <ac:spMkLst>
            <pc:docMk/>
            <pc:sldMk cId="1001122583" sldId="263"/>
            <ac:spMk id="6" creationId="{A9DEC468-AE1E-D503-34B0-A5986213FF67}"/>
          </ac:spMkLst>
        </pc:spChg>
        <pc:spChg chg="add mod">
          <ac:chgData name="Shaun Ratcliff" userId="1720d92ff15e284e" providerId="LiveId" clId="{782A1E08-4343-4DE7-BABB-D7C702D94E7D}" dt="2026-02-09T20:43:55.386" v="1366" actId="1076"/>
          <ac:spMkLst>
            <pc:docMk/>
            <pc:sldMk cId="1001122583" sldId="263"/>
            <ac:spMk id="7" creationId="{0893119E-2B73-582E-EC2F-B8B448CB0506}"/>
          </ac:spMkLst>
        </pc:spChg>
        <pc:spChg chg="add mod">
          <ac:chgData name="Shaun Ratcliff" userId="1720d92ff15e284e" providerId="LiveId" clId="{782A1E08-4343-4DE7-BABB-D7C702D94E7D}" dt="2026-02-09T21:10:50.206" v="1966" actId="20577"/>
          <ac:spMkLst>
            <pc:docMk/>
            <pc:sldMk cId="1001122583" sldId="263"/>
            <ac:spMk id="11" creationId="{03EC450C-0ECD-E5F6-7B28-764C16CA55E7}"/>
          </ac:spMkLst>
        </pc:spChg>
        <pc:picChg chg="add mod">
          <ac:chgData name="Shaun Ratcliff" userId="1720d92ff15e284e" providerId="LiveId" clId="{782A1E08-4343-4DE7-BABB-D7C702D94E7D}" dt="2026-02-09T20:59:18.286" v="1625" actId="692"/>
          <ac:picMkLst>
            <pc:docMk/>
            <pc:sldMk cId="1001122583" sldId="263"/>
            <ac:picMk id="3" creationId="{DCCFA587-A4E9-1D8F-F2DB-95242343E8E2}"/>
          </ac:picMkLst>
        </pc:picChg>
      </pc:sldChg>
      <pc:sldChg chg="addSp delSp modSp new mod">
        <pc:chgData name="Shaun Ratcliff" userId="1720d92ff15e284e" providerId="LiveId" clId="{782A1E08-4343-4DE7-BABB-D7C702D94E7D}" dt="2026-02-09T21:09:52.051" v="1905" actId="692"/>
        <pc:sldMkLst>
          <pc:docMk/>
          <pc:sldMk cId="75487177" sldId="264"/>
        </pc:sldMkLst>
        <pc:spChg chg="add mod">
          <ac:chgData name="Shaun Ratcliff" userId="1720d92ff15e284e" providerId="LiveId" clId="{782A1E08-4343-4DE7-BABB-D7C702D94E7D}" dt="2026-02-09T21:03:04.667" v="1661" actId="14100"/>
          <ac:spMkLst>
            <pc:docMk/>
            <pc:sldMk cId="75487177" sldId="264"/>
            <ac:spMk id="4" creationId="{F86039E1-5A47-0DDF-22A2-C7722B8DCABF}"/>
          </ac:spMkLst>
        </pc:spChg>
        <pc:spChg chg="add mod">
          <ac:chgData name="Shaun Ratcliff" userId="1720d92ff15e284e" providerId="LiveId" clId="{782A1E08-4343-4DE7-BABB-D7C702D94E7D}" dt="2026-02-09T21:03:01.572" v="1660" actId="14100"/>
          <ac:spMkLst>
            <pc:docMk/>
            <pc:sldMk cId="75487177" sldId="264"/>
            <ac:spMk id="5" creationId="{9F916898-66E2-1018-E2B7-17ABA7EB665B}"/>
          </ac:spMkLst>
        </pc:spChg>
        <pc:spChg chg="add mod">
          <ac:chgData name="Shaun Ratcliff" userId="1720d92ff15e284e" providerId="LiveId" clId="{782A1E08-4343-4DE7-BABB-D7C702D94E7D}" dt="2026-02-09T21:02:31.799" v="1652" actId="692"/>
          <ac:spMkLst>
            <pc:docMk/>
            <pc:sldMk cId="75487177" sldId="264"/>
            <ac:spMk id="6" creationId="{0711AEAF-5BE7-3769-9D24-AD7CC54A0AB6}"/>
          </ac:spMkLst>
        </pc:spChg>
        <pc:spChg chg="add mod">
          <ac:chgData name="Shaun Ratcliff" userId="1720d92ff15e284e" providerId="LiveId" clId="{782A1E08-4343-4DE7-BABB-D7C702D94E7D}" dt="2026-02-09T21:04:12.781" v="1684" actId="692"/>
          <ac:spMkLst>
            <pc:docMk/>
            <pc:sldMk cId="75487177" sldId="264"/>
            <ac:spMk id="7" creationId="{7C1A1AD4-3253-EE24-3E20-FD90BB6EF031}"/>
          </ac:spMkLst>
        </pc:spChg>
        <pc:spChg chg="add mod">
          <ac:chgData name="Shaun Ratcliff" userId="1720d92ff15e284e" providerId="LiveId" clId="{782A1E08-4343-4DE7-BABB-D7C702D94E7D}" dt="2026-02-09T21:04:06.396" v="1676" actId="692"/>
          <ac:spMkLst>
            <pc:docMk/>
            <pc:sldMk cId="75487177" sldId="264"/>
            <ac:spMk id="8" creationId="{48B5D430-DCA5-E744-13C2-0381EC3ADEF6}"/>
          </ac:spMkLst>
        </pc:spChg>
        <pc:spChg chg="add mod">
          <ac:chgData name="Shaun Ratcliff" userId="1720d92ff15e284e" providerId="LiveId" clId="{782A1E08-4343-4DE7-BABB-D7C702D94E7D}" dt="2026-02-09T21:04:21.904" v="1692" actId="692"/>
          <ac:spMkLst>
            <pc:docMk/>
            <pc:sldMk cId="75487177" sldId="264"/>
            <ac:spMk id="9" creationId="{F01BC781-41E0-792D-4B93-07B85D549C28}"/>
          </ac:spMkLst>
        </pc:spChg>
        <pc:spChg chg="add mod">
          <ac:chgData name="Shaun Ratcliff" userId="1720d92ff15e284e" providerId="LiveId" clId="{782A1E08-4343-4DE7-BABB-D7C702D94E7D}" dt="2026-02-09T21:04:46.363" v="1695" actId="1076"/>
          <ac:spMkLst>
            <pc:docMk/>
            <pc:sldMk cId="75487177" sldId="264"/>
            <ac:spMk id="11" creationId="{0BD0623E-E186-55CC-56BF-A8BBAD9E95DE}"/>
          </ac:spMkLst>
        </pc:spChg>
        <pc:spChg chg="add mod">
          <ac:chgData name="Shaun Ratcliff" userId="1720d92ff15e284e" providerId="LiveId" clId="{782A1E08-4343-4DE7-BABB-D7C702D94E7D}" dt="2026-02-09T21:06:53.680" v="1753" actId="1076"/>
          <ac:spMkLst>
            <pc:docMk/>
            <pc:sldMk cId="75487177" sldId="264"/>
            <ac:spMk id="12" creationId="{D0DB9319-008A-CB69-26DA-6542264FDD07}"/>
          </ac:spMkLst>
        </pc:spChg>
        <pc:spChg chg="add mod">
          <ac:chgData name="Shaun Ratcliff" userId="1720d92ff15e284e" providerId="LiveId" clId="{782A1E08-4343-4DE7-BABB-D7C702D94E7D}" dt="2026-02-09T21:07:09.636" v="1769" actId="20577"/>
          <ac:spMkLst>
            <pc:docMk/>
            <pc:sldMk cId="75487177" sldId="264"/>
            <ac:spMk id="13" creationId="{55082E24-2B73-3F13-C79B-45250D9B516D}"/>
          </ac:spMkLst>
        </pc:spChg>
        <pc:spChg chg="add mod">
          <ac:chgData name="Shaun Ratcliff" userId="1720d92ff15e284e" providerId="LiveId" clId="{782A1E08-4343-4DE7-BABB-D7C702D94E7D}" dt="2026-02-09T21:07:29.426" v="1803" actId="1076"/>
          <ac:spMkLst>
            <pc:docMk/>
            <pc:sldMk cId="75487177" sldId="264"/>
            <ac:spMk id="14" creationId="{B9C352CE-1075-9B4B-E405-78D72D0DA18B}"/>
          </ac:spMkLst>
        </pc:spChg>
        <pc:spChg chg="add mod">
          <ac:chgData name="Shaun Ratcliff" userId="1720d92ff15e284e" providerId="LiveId" clId="{782A1E08-4343-4DE7-BABB-D7C702D94E7D}" dt="2026-02-09T21:08:53.866" v="1860" actId="14100"/>
          <ac:spMkLst>
            <pc:docMk/>
            <pc:sldMk cId="75487177" sldId="264"/>
            <ac:spMk id="15" creationId="{3DB18AEA-7BE8-CEB4-59D7-8298FBA143FE}"/>
          </ac:spMkLst>
        </pc:spChg>
        <pc:spChg chg="add mod">
          <ac:chgData name="Shaun Ratcliff" userId="1720d92ff15e284e" providerId="LiveId" clId="{782A1E08-4343-4DE7-BABB-D7C702D94E7D}" dt="2026-02-09T21:09:52.051" v="1905" actId="692"/>
          <ac:spMkLst>
            <pc:docMk/>
            <pc:sldMk cId="75487177" sldId="264"/>
            <ac:spMk id="16" creationId="{A99E9201-F182-4239-EAEE-E29DA77C5AFD}"/>
          </ac:spMkLst>
        </pc:spChg>
        <pc:picChg chg="add mod">
          <ac:chgData name="Shaun Ratcliff" userId="1720d92ff15e284e" providerId="LiveId" clId="{782A1E08-4343-4DE7-BABB-D7C702D94E7D}" dt="2026-02-09T20:59:07.105" v="1615" actId="692"/>
          <ac:picMkLst>
            <pc:docMk/>
            <pc:sldMk cId="75487177" sldId="264"/>
            <ac:picMk id="3" creationId="{4BB471D5-D9EE-B057-3258-DBA542E72D86}"/>
          </ac:picMkLst>
        </pc:picChg>
      </pc:sldChg>
      <pc:sldChg chg="addSp modSp new mod">
        <pc:chgData name="Shaun Ratcliff" userId="1720d92ff15e284e" providerId="LiveId" clId="{782A1E08-4343-4DE7-BABB-D7C702D94E7D}" dt="2026-02-09T20:36:19.352" v="1316" actId="1076"/>
        <pc:sldMkLst>
          <pc:docMk/>
          <pc:sldMk cId="3389846877" sldId="265"/>
        </pc:sldMkLst>
        <pc:spChg chg="add mod">
          <ac:chgData name="Shaun Ratcliff" userId="1720d92ff15e284e" providerId="LiveId" clId="{782A1E08-4343-4DE7-BABB-D7C702D94E7D}" dt="2026-02-09T20:33:01.700" v="1211" actId="1076"/>
          <ac:spMkLst>
            <pc:docMk/>
            <pc:sldMk cId="3389846877" sldId="265"/>
            <ac:spMk id="4" creationId="{E7C9528B-9645-85A1-88E7-D776AE8FF3BB}"/>
          </ac:spMkLst>
        </pc:spChg>
        <pc:spChg chg="add mod">
          <ac:chgData name="Shaun Ratcliff" userId="1720d92ff15e284e" providerId="LiveId" clId="{782A1E08-4343-4DE7-BABB-D7C702D94E7D}" dt="2026-02-09T20:33:06.804" v="1212" actId="1076"/>
          <ac:spMkLst>
            <pc:docMk/>
            <pc:sldMk cId="3389846877" sldId="265"/>
            <ac:spMk id="5" creationId="{C4059AEC-6E93-A084-49B1-3A77845FF99A}"/>
          </ac:spMkLst>
        </pc:spChg>
        <pc:spChg chg="add mod">
          <ac:chgData name="Shaun Ratcliff" userId="1720d92ff15e284e" providerId="LiveId" clId="{782A1E08-4343-4DE7-BABB-D7C702D94E7D}" dt="2026-02-09T20:33:57.120" v="1240" actId="1076"/>
          <ac:spMkLst>
            <pc:docMk/>
            <pc:sldMk cId="3389846877" sldId="265"/>
            <ac:spMk id="6" creationId="{2CFE2EBC-8641-38C9-8E1C-A7AB02B02706}"/>
          </ac:spMkLst>
        </pc:spChg>
        <pc:spChg chg="add mod">
          <ac:chgData name="Shaun Ratcliff" userId="1720d92ff15e284e" providerId="LiveId" clId="{782A1E08-4343-4DE7-BABB-D7C702D94E7D}" dt="2026-02-09T20:35:35.669" v="1304" actId="692"/>
          <ac:spMkLst>
            <pc:docMk/>
            <pc:sldMk cId="3389846877" sldId="265"/>
            <ac:spMk id="7" creationId="{5BDE1735-FC2D-A866-3124-2E177892CC20}"/>
          </ac:spMkLst>
        </pc:spChg>
        <pc:picChg chg="add mod">
          <ac:chgData name="Shaun Ratcliff" userId="1720d92ff15e284e" providerId="LiveId" clId="{782A1E08-4343-4DE7-BABB-D7C702D94E7D}" dt="2026-02-09T20:32:54.424" v="1210" actId="692"/>
          <ac:picMkLst>
            <pc:docMk/>
            <pc:sldMk cId="3389846877" sldId="265"/>
            <ac:picMk id="3" creationId="{76C42A51-8DC4-4BA1-32E7-7D0B5EA3B288}"/>
          </ac:picMkLst>
        </pc:picChg>
        <pc:cxnChg chg="add mod">
          <ac:chgData name="Shaun Ratcliff" userId="1720d92ff15e284e" providerId="LiveId" clId="{782A1E08-4343-4DE7-BABB-D7C702D94E7D}" dt="2026-02-09T20:36:00.325" v="1312" actId="692"/>
          <ac:cxnSpMkLst>
            <pc:docMk/>
            <pc:sldMk cId="3389846877" sldId="265"/>
            <ac:cxnSpMk id="9" creationId="{5F603721-B75A-B72D-05C9-F7B452F5B1C7}"/>
          </ac:cxnSpMkLst>
        </pc:cxnChg>
        <pc:cxnChg chg="add mod">
          <ac:chgData name="Shaun Ratcliff" userId="1720d92ff15e284e" providerId="LiveId" clId="{782A1E08-4343-4DE7-BABB-D7C702D94E7D}" dt="2026-02-09T20:36:19.352" v="1316" actId="1076"/>
          <ac:cxnSpMkLst>
            <pc:docMk/>
            <pc:sldMk cId="3389846877" sldId="265"/>
            <ac:cxnSpMk id="10" creationId="{A203E82B-0DA2-366C-B3CA-2E49CD8717B6}"/>
          </ac:cxnSpMkLst>
        </pc:cxnChg>
      </pc:sldChg>
      <pc:sldChg chg="addSp modSp new mod">
        <pc:chgData name="Shaun Ratcliff" userId="1720d92ff15e284e" providerId="LiveId" clId="{782A1E08-4343-4DE7-BABB-D7C702D94E7D}" dt="2026-02-09T20:30:38.534" v="1178" actId="14100"/>
        <pc:sldMkLst>
          <pc:docMk/>
          <pc:sldMk cId="49780030" sldId="266"/>
        </pc:sldMkLst>
        <pc:spChg chg="add mod">
          <ac:chgData name="Shaun Ratcliff" userId="1720d92ff15e284e" providerId="LiveId" clId="{782A1E08-4343-4DE7-BABB-D7C702D94E7D}" dt="2026-02-09T20:29:27.583" v="1146" actId="1076"/>
          <ac:spMkLst>
            <pc:docMk/>
            <pc:sldMk cId="49780030" sldId="266"/>
            <ac:spMk id="6" creationId="{E9CBC26C-C867-544B-7A89-E1282F9E30DC}"/>
          </ac:spMkLst>
        </pc:spChg>
        <pc:spChg chg="add mod">
          <ac:chgData name="Shaun Ratcliff" userId="1720d92ff15e284e" providerId="LiveId" clId="{782A1E08-4343-4DE7-BABB-D7C702D94E7D}" dt="2026-02-09T20:28:22.946" v="1101" actId="692"/>
          <ac:spMkLst>
            <pc:docMk/>
            <pc:sldMk cId="49780030" sldId="266"/>
            <ac:spMk id="7" creationId="{438052B5-16E3-839E-76D1-56BA1919BC25}"/>
          </ac:spMkLst>
        </pc:spChg>
        <pc:spChg chg="add mod">
          <ac:chgData name="Shaun Ratcliff" userId="1720d92ff15e284e" providerId="LiveId" clId="{782A1E08-4343-4DE7-BABB-D7C702D94E7D}" dt="2026-02-09T20:30:06.915" v="1166" actId="20577"/>
          <ac:spMkLst>
            <pc:docMk/>
            <pc:sldMk cId="49780030" sldId="266"/>
            <ac:spMk id="8" creationId="{7A89BE82-1C43-F9E7-5313-99F54EAD6529}"/>
          </ac:spMkLst>
        </pc:spChg>
        <pc:spChg chg="add mod">
          <ac:chgData name="Shaun Ratcliff" userId="1720d92ff15e284e" providerId="LiveId" clId="{782A1E08-4343-4DE7-BABB-D7C702D94E7D}" dt="2026-02-09T20:30:25.388" v="1175" actId="692"/>
          <ac:spMkLst>
            <pc:docMk/>
            <pc:sldMk cId="49780030" sldId="266"/>
            <ac:spMk id="9" creationId="{847075E6-3EE9-2FE1-5F33-3645B4D9390D}"/>
          </ac:spMkLst>
        </pc:spChg>
        <pc:spChg chg="add mod">
          <ac:chgData name="Shaun Ratcliff" userId="1720d92ff15e284e" providerId="LiveId" clId="{782A1E08-4343-4DE7-BABB-D7C702D94E7D}" dt="2026-02-09T20:30:38.534" v="1178" actId="14100"/>
          <ac:spMkLst>
            <pc:docMk/>
            <pc:sldMk cId="49780030" sldId="266"/>
            <ac:spMk id="10" creationId="{29F17200-C528-4511-FAF1-FF5D7E3B77D2}"/>
          </ac:spMkLst>
        </pc:spChg>
        <pc:picChg chg="add mod">
          <ac:chgData name="Shaun Ratcliff" userId="1720d92ff15e284e" providerId="LiveId" clId="{782A1E08-4343-4DE7-BABB-D7C702D94E7D}" dt="2026-02-09T20:22:00.853" v="927" actId="692"/>
          <ac:picMkLst>
            <pc:docMk/>
            <pc:sldMk cId="49780030" sldId="266"/>
            <ac:picMk id="3" creationId="{E3D1F868-3917-2771-A8B8-13013D456909}"/>
          </ac:picMkLst>
        </pc:picChg>
        <pc:picChg chg="add mod">
          <ac:chgData name="Shaun Ratcliff" userId="1720d92ff15e284e" providerId="LiveId" clId="{782A1E08-4343-4DE7-BABB-D7C702D94E7D}" dt="2026-02-09T20:22:11.164" v="937" actId="692"/>
          <ac:picMkLst>
            <pc:docMk/>
            <pc:sldMk cId="49780030" sldId="266"/>
            <ac:picMk id="5" creationId="{5C6316CF-3224-F6CC-31C3-8A4B9D59270E}"/>
          </ac:picMkLst>
        </pc:picChg>
      </pc:sldChg>
      <pc:sldChg chg="addSp modSp new mod">
        <pc:chgData name="Shaun Ratcliff" userId="1720d92ff15e284e" providerId="LiveId" clId="{782A1E08-4343-4DE7-BABB-D7C702D94E7D}" dt="2026-02-09T20:27:51.597" v="1072" actId="1076"/>
        <pc:sldMkLst>
          <pc:docMk/>
          <pc:sldMk cId="1320331840" sldId="267"/>
        </pc:sldMkLst>
        <pc:spChg chg="add mod">
          <ac:chgData name="Shaun Ratcliff" userId="1720d92ff15e284e" providerId="LiveId" clId="{782A1E08-4343-4DE7-BABB-D7C702D94E7D}" dt="2026-02-09T20:26:02.906" v="968" actId="692"/>
          <ac:spMkLst>
            <pc:docMk/>
            <pc:sldMk cId="1320331840" sldId="267"/>
            <ac:spMk id="6" creationId="{101C3BAD-F009-3725-F9F1-D1DDF2D454E1}"/>
          </ac:spMkLst>
        </pc:spChg>
        <pc:spChg chg="add mod">
          <ac:chgData name="Shaun Ratcliff" userId="1720d92ff15e284e" providerId="LiveId" clId="{782A1E08-4343-4DE7-BABB-D7C702D94E7D}" dt="2026-02-09T20:26:54.370" v="1040" actId="692"/>
          <ac:spMkLst>
            <pc:docMk/>
            <pc:sldMk cId="1320331840" sldId="267"/>
            <ac:spMk id="7" creationId="{DD78701F-E4C3-EF2E-8AF7-760E0CC2BAC5}"/>
          </ac:spMkLst>
        </pc:spChg>
        <pc:spChg chg="add mod">
          <ac:chgData name="Shaun Ratcliff" userId="1720d92ff15e284e" providerId="LiveId" clId="{782A1E08-4343-4DE7-BABB-D7C702D94E7D}" dt="2026-02-09T20:27:24.518" v="1049" actId="692"/>
          <ac:spMkLst>
            <pc:docMk/>
            <pc:sldMk cId="1320331840" sldId="267"/>
            <ac:spMk id="8" creationId="{5FB3C493-B8E5-A6C2-2900-7F57E03DC8C4}"/>
          </ac:spMkLst>
        </pc:spChg>
        <pc:spChg chg="add mod">
          <ac:chgData name="Shaun Ratcliff" userId="1720d92ff15e284e" providerId="LiveId" clId="{782A1E08-4343-4DE7-BABB-D7C702D94E7D}" dt="2026-02-09T20:27:51.597" v="1072" actId="1076"/>
          <ac:spMkLst>
            <pc:docMk/>
            <pc:sldMk cId="1320331840" sldId="267"/>
            <ac:spMk id="9" creationId="{9BC4CE4A-5B5E-9CB0-F1B8-892AEFB1221C}"/>
          </ac:spMkLst>
        </pc:spChg>
        <pc:picChg chg="add mod">
          <ac:chgData name="Shaun Ratcliff" userId="1720d92ff15e284e" providerId="LiveId" clId="{782A1E08-4343-4DE7-BABB-D7C702D94E7D}" dt="2026-02-09T20:25:03.667" v="957" actId="14100"/>
          <ac:picMkLst>
            <pc:docMk/>
            <pc:sldMk cId="1320331840" sldId="267"/>
            <ac:picMk id="3" creationId="{1DA05AC1-5BDC-827B-7654-408D21662E8D}"/>
          </ac:picMkLst>
        </pc:picChg>
        <pc:picChg chg="add mod">
          <ac:chgData name="Shaun Ratcliff" userId="1720d92ff15e284e" providerId="LiveId" clId="{782A1E08-4343-4DE7-BABB-D7C702D94E7D}" dt="2026-02-09T20:24:44.854" v="955" actId="14100"/>
          <ac:picMkLst>
            <pc:docMk/>
            <pc:sldMk cId="1320331840" sldId="267"/>
            <ac:picMk id="5" creationId="{C59E48F8-D3E2-41B0-30E6-4A5BA731E82A}"/>
          </ac:picMkLst>
        </pc:picChg>
      </pc:sldChg>
      <pc:sldChg chg="addSp modSp new mod">
        <pc:chgData name="Shaun Ratcliff" userId="1720d92ff15e284e" providerId="LiveId" clId="{782A1E08-4343-4DE7-BABB-D7C702D94E7D}" dt="2026-02-09T20:54:24.619" v="1478" actId="14100"/>
        <pc:sldMkLst>
          <pc:docMk/>
          <pc:sldMk cId="539343016" sldId="268"/>
        </pc:sldMkLst>
        <pc:spChg chg="add mod">
          <ac:chgData name="Shaun Ratcliff" userId="1720d92ff15e284e" providerId="LiveId" clId="{782A1E08-4343-4DE7-BABB-D7C702D94E7D}" dt="2026-02-09T20:53:43.758" v="1470" actId="692"/>
          <ac:spMkLst>
            <pc:docMk/>
            <pc:sldMk cId="539343016" sldId="268"/>
            <ac:spMk id="4" creationId="{FC8D1DEE-01DA-7B33-4D5E-362FEF46F5EA}"/>
          </ac:spMkLst>
        </pc:spChg>
        <pc:spChg chg="add mod">
          <ac:chgData name="Shaun Ratcliff" userId="1720d92ff15e284e" providerId="LiveId" clId="{782A1E08-4343-4DE7-BABB-D7C702D94E7D}" dt="2026-02-09T20:54:01.838" v="1474" actId="14100"/>
          <ac:spMkLst>
            <pc:docMk/>
            <pc:sldMk cId="539343016" sldId="268"/>
            <ac:spMk id="5" creationId="{0A6BE7AD-9074-B73A-05D9-AAC1C4884D05}"/>
          </ac:spMkLst>
        </pc:spChg>
        <pc:spChg chg="add mod">
          <ac:chgData name="Shaun Ratcliff" userId="1720d92ff15e284e" providerId="LiveId" clId="{782A1E08-4343-4DE7-BABB-D7C702D94E7D}" dt="2026-02-09T20:54:24.619" v="1478" actId="14100"/>
          <ac:spMkLst>
            <pc:docMk/>
            <pc:sldMk cId="539343016" sldId="268"/>
            <ac:spMk id="6" creationId="{4615509D-5116-9DFB-01BA-1D4AB8105CC1}"/>
          </ac:spMkLst>
        </pc:spChg>
        <pc:spChg chg="add mod">
          <ac:chgData name="Shaun Ratcliff" userId="1720d92ff15e284e" providerId="LiveId" clId="{782A1E08-4343-4DE7-BABB-D7C702D94E7D}" dt="2026-02-09T20:51:18.885" v="1417" actId="1076"/>
          <ac:spMkLst>
            <pc:docMk/>
            <pc:sldMk cId="539343016" sldId="268"/>
            <ac:spMk id="8" creationId="{F0DE2F6F-ABA1-0A8D-2F63-33F229227930}"/>
          </ac:spMkLst>
        </pc:spChg>
        <pc:picChg chg="add mod">
          <ac:chgData name="Shaun Ratcliff" userId="1720d92ff15e284e" providerId="LiveId" clId="{782A1E08-4343-4DE7-BABB-D7C702D94E7D}" dt="2026-02-09T20:53:16.381" v="1461" actId="692"/>
          <ac:picMkLst>
            <pc:docMk/>
            <pc:sldMk cId="539343016" sldId="268"/>
            <ac:picMk id="3" creationId="{BF0D485E-6D51-8B9C-AF94-E9D089DA27E6}"/>
          </ac:picMkLst>
        </pc:picChg>
        <pc:picChg chg="add mod">
          <ac:chgData name="Shaun Ratcliff" userId="1720d92ff15e284e" providerId="LiveId" clId="{782A1E08-4343-4DE7-BABB-D7C702D94E7D}" dt="2026-02-09T20:53:11.189" v="1451" actId="692"/>
          <ac:picMkLst>
            <pc:docMk/>
            <pc:sldMk cId="539343016" sldId="268"/>
            <ac:picMk id="10" creationId="{9524C6BC-18EF-6E3B-B476-7D68BFF45DCB}"/>
          </ac:picMkLst>
        </pc:picChg>
      </pc:sldChg>
      <pc:sldChg chg="addSp modSp new mod">
        <pc:chgData name="Shaun Ratcliff" userId="1720d92ff15e284e" providerId="LiveId" clId="{782A1E08-4343-4DE7-BABB-D7C702D94E7D}" dt="2026-02-09T20:57:55.651" v="1603" actId="207"/>
        <pc:sldMkLst>
          <pc:docMk/>
          <pc:sldMk cId="3401184115" sldId="269"/>
        </pc:sldMkLst>
        <pc:spChg chg="add mod">
          <ac:chgData name="Shaun Ratcliff" userId="1720d92ff15e284e" providerId="LiveId" clId="{782A1E08-4343-4DE7-BABB-D7C702D94E7D}" dt="2026-02-09T20:54:48.082" v="1484" actId="14100"/>
          <ac:spMkLst>
            <pc:docMk/>
            <pc:sldMk cId="3401184115" sldId="269"/>
            <ac:spMk id="4" creationId="{747886D3-56E3-B262-1BDA-D2FABA7EBBA7}"/>
          </ac:spMkLst>
        </pc:spChg>
        <pc:spChg chg="add mod">
          <ac:chgData name="Shaun Ratcliff" userId="1720d92ff15e284e" providerId="LiveId" clId="{782A1E08-4343-4DE7-BABB-D7C702D94E7D}" dt="2026-02-09T20:57:55.651" v="1603" actId="207"/>
          <ac:spMkLst>
            <pc:docMk/>
            <pc:sldMk cId="3401184115" sldId="269"/>
            <ac:spMk id="5" creationId="{D26429B0-691B-8675-F3B7-E2DF51ED213F}"/>
          </ac:spMkLst>
        </pc:spChg>
        <pc:spChg chg="add mod">
          <ac:chgData name="Shaun Ratcliff" userId="1720d92ff15e284e" providerId="LiveId" clId="{782A1E08-4343-4DE7-BABB-D7C702D94E7D}" dt="2026-02-09T20:57:22.027" v="1573" actId="14100"/>
          <ac:spMkLst>
            <pc:docMk/>
            <pc:sldMk cId="3401184115" sldId="269"/>
            <ac:spMk id="6" creationId="{D669E8EB-2B28-9B74-1A2D-E1BD112A2820}"/>
          </ac:spMkLst>
        </pc:spChg>
        <pc:spChg chg="add mod">
          <ac:chgData name="Shaun Ratcliff" userId="1720d92ff15e284e" providerId="LiveId" clId="{782A1E08-4343-4DE7-BABB-D7C702D94E7D}" dt="2026-02-09T20:57:12.505" v="1572" actId="1076"/>
          <ac:spMkLst>
            <pc:docMk/>
            <pc:sldMk cId="3401184115" sldId="269"/>
            <ac:spMk id="7" creationId="{C3413175-DE2A-361A-9259-E5F2BE5A91BA}"/>
          </ac:spMkLst>
        </pc:spChg>
        <pc:spChg chg="add mod">
          <ac:chgData name="Shaun Ratcliff" userId="1720d92ff15e284e" providerId="LiveId" clId="{782A1E08-4343-4DE7-BABB-D7C702D94E7D}" dt="2026-02-09T20:57:05.236" v="1571" actId="1076"/>
          <ac:spMkLst>
            <pc:docMk/>
            <pc:sldMk cId="3401184115" sldId="269"/>
            <ac:spMk id="8" creationId="{771FEE48-5258-9C1B-61B1-5D16FCB9E0CD}"/>
          </ac:spMkLst>
        </pc:spChg>
        <pc:picChg chg="add mod">
          <ac:chgData name="Shaun Ratcliff" userId="1720d92ff15e284e" providerId="LiveId" clId="{782A1E08-4343-4DE7-BABB-D7C702D94E7D}" dt="2026-02-09T20:54:37.426" v="1480" actId="1076"/>
          <ac:picMkLst>
            <pc:docMk/>
            <pc:sldMk cId="3401184115" sldId="269"/>
            <ac:picMk id="3" creationId="{45B99156-8655-04C4-83DF-AB0D2785126F}"/>
          </ac:picMkLst>
        </pc:picChg>
      </pc:sldChg>
      <pc:sldChg chg="addSp modSp new mod">
        <pc:chgData name="Shaun Ratcliff" userId="1720d92ff15e284e" providerId="LiveId" clId="{782A1E08-4343-4DE7-BABB-D7C702D94E7D}" dt="2026-02-09T22:21:26.524" v="2415" actId="14100"/>
        <pc:sldMkLst>
          <pc:docMk/>
          <pc:sldMk cId="237699684" sldId="270"/>
        </pc:sldMkLst>
        <pc:spChg chg="add mod">
          <ac:chgData name="Shaun Ratcliff" userId="1720d92ff15e284e" providerId="LiveId" clId="{782A1E08-4343-4DE7-BABB-D7C702D94E7D}" dt="2026-02-09T22:21:26.524" v="2415" actId="14100"/>
          <ac:spMkLst>
            <pc:docMk/>
            <pc:sldMk cId="237699684" sldId="270"/>
            <ac:spMk id="4" creationId="{74C0E4BE-39D2-1A4F-4B9B-5E2D412A4FC8}"/>
          </ac:spMkLst>
        </pc:spChg>
        <pc:picChg chg="add mod">
          <ac:chgData name="Shaun Ratcliff" userId="1720d92ff15e284e" providerId="LiveId" clId="{782A1E08-4343-4DE7-BABB-D7C702D94E7D}" dt="2026-02-09T22:21:17.262" v="2411" actId="1076"/>
          <ac:picMkLst>
            <pc:docMk/>
            <pc:sldMk cId="237699684" sldId="270"/>
            <ac:picMk id="3" creationId="{1F280B09-16B5-15DC-8DBE-F92C05F80189}"/>
          </ac:picMkLst>
        </pc:picChg>
      </pc:sldChg>
      <pc:sldChg chg="addSp modSp new mod ord">
        <pc:chgData name="Shaun Ratcliff" userId="1720d92ff15e284e" providerId="LiveId" clId="{782A1E08-4343-4DE7-BABB-D7C702D94E7D}" dt="2026-02-09T22:26:42.348" v="2567" actId="14100"/>
        <pc:sldMkLst>
          <pc:docMk/>
          <pc:sldMk cId="511641756" sldId="271"/>
        </pc:sldMkLst>
        <pc:spChg chg="add mod">
          <ac:chgData name="Shaun Ratcliff" userId="1720d92ff15e284e" providerId="LiveId" clId="{782A1E08-4343-4DE7-BABB-D7C702D94E7D}" dt="2026-02-09T22:26:25.761" v="2554" actId="1076"/>
          <ac:spMkLst>
            <pc:docMk/>
            <pc:sldMk cId="511641756" sldId="271"/>
            <ac:spMk id="4" creationId="{647ECFEF-E709-5415-EF7B-8DD3EC7B6888}"/>
          </ac:spMkLst>
        </pc:spChg>
        <pc:spChg chg="add mod">
          <ac:chgData name="Shaun Ratcliff" userId="1720d92ff15e284e" providerId="LiveId" clId="{782A1E08-4343-4DE7-BABB-D7C702D94E7D}" dt="2026-02-09T22:26:20.621" v="2553" actId="1076"/>
          <ac:spMkLst>
            <pc:docMk/>
            <pc:sldMk cId="511641756" sldId="271"/>
            <ac:spMk id="5" creationId="{8E060BA8-3587-5917-939D-863F373AB2AF}"/>
          </ac:spMkLst>
        </pc:spChg>
        <pc:spChg chg="add mod">
          <ac:chgData name="Shaun Ratcliff" userId="1720d92ff15e284e" providerId="LiveId" clId="{782A1E08-4343-4DE7-BABB-D7C702D94E7D}" dt="2026-02-09T22:24:51.936" v="2486" actId="1076"/>
          <ac:spMkLst>
            <pc:docMk/>
            <pc:sldMk cId="511641756" sldId="271"/>
            <ac:spMk id="6" creationId="{E2D10D30-C74E-B1D3-F388-461F84A11546}"/>
          </ac:spMkLst>
        </pc:spChg>
        <pc:spChg chg="add mod">
          <ac:chgData name="Shaun Ratcliff" userId="1720d92ff15e284e" providerId="LiveId" clId="{782A1E08-4343-4DE7-BABB-D7C702D94E7D}" dt="2026-02-09T22:26:42.348" v="2567" actId="14100"/>
          <ac:spMkLst>
            <pc:docMk/>
            <pc:sldMk cId="511641756" sldId="271"/>
            <ac:spMk id="7" creationId="{7F513A51-214D-C040-C936-0984ADBF2DC2}"/>
          </ac:spMkLst>
        </pc:spChg>
        <pc:picChg chg="add mod">
          <ac:chgData name="Shaun Ratcliff" userId="1720d92ff15e284e" providerId="LiveId" clId="{782A1E08-4343-4DE7-BABB-D7C702D94E7D}" dt="2026-02-09T22:26:17.128" v="2552" actId="1076"/>
          <ac:picMkLst>
            <pc:docMk/>
            <pc:sldMk cId="511641756" sldId="271"/>
            <ac:picMk id="3" creationId="{75DCAE5A-1F71-38FD-0DF3-B3114F4AD807}"/>
          </ac:picMkLst>
        </pc:picChg>
      </pc:sldChg>
      <pc:sldChg chg="addSp modSp new mod">
        <pc:chgData name="Shaun Ratcliff" userId="1720d92ff15e284e" providerId="LiveId" clId="{782A1E08-4343-4DE7-BABB-D7C702D94E7D}" dt="2026-02-09T22:44:55.178" v="2841" actId="20577"/>
        <pc:sldMkLst>
          <pc:docMk/>
          <pc:sldMk cId="345481355" sldId="272"/>
        </pc:sldMkLst>
        <pc:spChg chg="add mod">
          <ac:chgData name="Shaun Ratcliff" userId="1720d92ff15e284e" providerId="LiveId" clId="{782A1E08-4343-4DE7-BABB-D7C702D94E7D}" dt="2026-02-09T22:27:58.175" v="2578" actId="692"/>
          <ac:spMkLst>
            <pc:docMk/>
            <pc:sldMk cId="345481355" sldId="272"/>
            <ac:spMk id="4" creationId="{27D252D0-F5E0-777F-732C-F49AFF194393}"/>
          </ac:spMkLst>
        </pc:spChg>
        <pc:spChg chg="add mod">
          <ac:chgData name="Shaun Ratcliff" userId="1720d92ff15e284e" providerId="LiveId" clId="{782A1E08-4343-4DE7-BABB-D7C702D94E7D}" dt="2026-02-09T22:28:21.386" v="2584" actId="14100"/>
          <ac:spMkLst>
            <pc:docMk/>
            <pc:sldMk cId="345481355" sldId="272"/>
            <ac:spMk id="5" creationId="{4FF8C4A5-E80F-F298-5D99-90969AAC6F5A}"/>
          </ac:spMkLst>
        </pc:spChg>
        <pc:spChg chg="add mod">
          <ac:chgData name="Shaun Ratcliff" userId="1720d92ff15e284e" providerId="LiveId" clId="{782A1E08-4343-4DE7-BABB-D7C702D94E7D}" dt="2026-02-09T22:29:07.674" v="2627" actId="14100"/>
          <ac:spMkLst>
            <pc:docMk/>
            <pc:sldMk cId="345481355" sldId="272"/>
            <ac:spMk id="6" creationId="{0D16C1AB-349A-1F9C-A2DE-6D96F389E884}"/>
          </ac:spMkLst>
        </pc:spChg>
        <pc:spChg chg="add mod">
          <ac:chgData name="Shaun Ratcliff" userId="1720d92ff15e284e" providerId="LiveId" clId="{782A1E08-4343-4DE7-BABB-D7C702D94E7D}" dt="2026-02-09T22:37:48.695" v="2672" actId="692"/>
          <ac:spMkLst>
            <pc:docMk/>
            <pc:sldMk cId="345481355" sldId="272"/>
            <ac:spMk id="7" creationId="{4CD6AFD9-2C5D-0212-229F-9A2AE952EBD4}"/>
          </ac:spMkLst>
        </pc:spChg>
        <pc:spChg chg="add mod">
          <ac:chgData name="Shaun Ratcliff" userId="1720d92ff15e284e" providerId="LiveId" clId="{782A1E08-4343-4DE7-BABB-D7C702D94E7D}" dt="2026-02-09T22:41:50.336" v="2751" actId="692"/>
          <ac:spMkLst>
            <pc:docMk/>
            <pc:sldMk cId="345481355" sldId="272"/>
            <ac:spMk id="8" creationId="{2D2E6080-7DF7-010D-7A97-18119AE363DD}"/>
          </ac:spMkLst>
        </pc:spChg>
        <pc:spChg chg="add mod">
          <ac:chgData name="Shaun Ratcliff" userId="1720d92ff15e284e" providerId="LiveId" clId="{782A1E08-4343-4DE7-BABB-D7C702D94E7D}" dt="2026-02-09T22:44:55.178" v="2841" actId="20577"/>
          <ac:spMkLst>
            <pc:docMk/>
            <pc:sldMk cId="345481355" sldId="272"/>
            <ac:spMk id="9" creationId="{BD9A345B-60BF-24DA-0E24-AAB1DB339130}"/>
          </ac:spMkLst>
        </pc:spChg>
        <pc:picChg chg="add mod">
          <ac:chgData name="Shaun Ratcliff" userId="1720d92ff15e284e" providerId="LiveId" clId="{782A1E08-4343-4DE7-BABB-D7C702D94E7D}" dt="2026-02-09T22:29:21.537" v="2640" actId="14100"/>
          <ac:picMkLst>
            <pc:docMk/>
            <pc:sldMk cId="345481355" sldId="272"/>
            <ac:picMk id="3" creationId="{63B6397F-981E-3AD1-44C9-D0D91E288AC1}"/>
          </ac:picMkLst>
        </pc:picChg>
      </pc:sldChg>
      <pc:sldChg chg="addSp modSp new mod">
        <pc:chgData name="Shaun Ratcliff" userId="1720d92ff15e284e" providerId="LiveId" clId="{782A1E08-4343-4DE7-BABB-D7C702D94E7D}" dt="2026-02-09T22:39:29.645" v="2742" actId="692"/>
        <pc:sldMkLst>
          <pc:docMk/>
          <pc:sldMk cId="735805657" sldId="273"/>
        </pc:sldMkLst>
        <pc:spChg chg="add mod">
          <ac:chgData name="Shaun Ratcliff" userId="1720d92ff15e284e" providerId="LiveId" clId="{782A1E08-4343-4DE7-BABB-D7C702D94E7D}" dt="2026-02-09T22:38:23.238" v="2685" actId="692"/>
          <ac:spMkLst>
            <pc:docMk/>
            <pc:sldMk cId="735805657" sldId="273"/>
            <ac:spMk id="4" creationId="{CECEC8EE-885B-4EEF-D2DE-76F93D92E9EF}"/>
          </ac:spMkLst>
        </pc:spChg>
        <pc:spChg chg="add mod">
          <ac:chgData name="Shaun Ratcliff" userId="1720d92ff15e284e" providerId="LiveId" clId="{782A1E08-4343-4DE7-BABB-D7C702D94E7D}" dt="2026-02-09T22:39:29.645" v="2742" actId="692"/>
          <ac:spMkLst>
            <pc:docMk/>
            <pc:sldMk cId="735805657" sldId="273"/>
            <ac:spMk id="5" creationId="{71B73A74-187D-AAF1-38D1-1F10537B7A61}"/>
          </ac:spMkLst>
        </pc:spChg>
        <pc:picChg chg="add mod">
          <ac:chgData name="Shaun Ratcliff" userId="1720d92ff15e284e" providerId="LiveId" clId="{782A1E08-4343-4DE7-BABB-D7C702D94E7D}" dt="2026-02-09T22:38:40.752" v="2698" actId="14100"/>
          <ac:picMkLst>
            <pc:docMk/>
            <pc:sldMk cId="735805657" sldId="273"/>
            <ac:picMk id="3" creationId="{A401BE28-030D-AEF2-FCAA-72BA96251BF4}"/>
          </ac:picMkLst>
        </pc:picChg>
      </pc:sldChg>
      <pc:sldChg chg="addSp modSp new mod">
        <pc:chgData name="Shaun Ratcliff" userId="1720d92ff15e284e" providerId="LiveId" clId="{782A1E08-4343-4DE7-BABB-D7C702D94E7D}" dt="2026-02-09T22:48:02.522" v="2958" actId="207"/>
        <pc:sldMkLst>
          <pc:docMk/>
          <pc:sldMk cId="1469715457" sldId="274"/>
        </pc:sldMkLst>
        <pc:spChg chg="add mod">
          <ac:chgData name="Shaun Ratcliff" userId="1720d92ff15e284e" providerId="LiveId" clId="{782A1E08-4343-4DE7-BABB-D7C702D94E7D}" dt="2026-02-09T22:45:36.676" v="2850" actId="692"/>
          <ac:spMkLst>
            <pc:docMk/>
            <pc:sldMk cId="1469715457" sldId="274"/>
            <ac:spMk id="6" creationId="{4E288026-E298-027E-21D7-95C9023741FD}"/>
          </ac:spMkLst>
        </pc:spChg>
        <pc:spChg chg="add mod">
          <ac:chgData name="Shaun Ratcliff" userId="1720d92ff15e284e" providerId="LiveId" clId="{782A1E08-4343-4DE7-BABB-D7C702D94E7D}" dt="2026-02-09T22:47:08.608" v="2920" actId="692"/>
          <ac:spMkLst>
            <pc:docMk/>
            <pc:sldMk cId="1469715457" sldId="274"/>
            <ac:spMk id="7" creationId="{CA311C72-6E41-6F2D-C782-F26A0D2CF622}"/>
          </ac:spMkLst>
        </pc:spChg>
        <pc:spChg chg="add mod">
          <ac:chgData name="Shaun Ratcliff" userId="1720d92ff15e284e" providerId="LiveId" clId="{782A1E08-4343-4DE7-BABB-D7C702D94E7D}" dt="2026-02-09T22:48:02.522" v="2958" actId="207"/>
          <ac:spMkLst>
            <pc:docMk/>
            <pc:sldMk cId="1469715457" sldId="274"/>
            <ac:spMk id="8" creationId="{608C61F1-F9F0-A024-8639-FBB9D6362CB1}"/>
          </ac:spMkLst>
        </pc:spChg>
        <pc:picChg chg="add mod">
          <ac:chgData name="Shaun Ratcliff" userId="1720d92ff15e284e" providerId="LiveId" clId="{782A1E08-4343-4DE7-BABB-D7C702D94E7D}" dt="2026-02-09T22:45:56.689" v="2863" actId="14100"/>
          <ac:picMkLst>
            <pc:docMk/>
            <pc:sldMk cId="1469715457" sldId="274"/>
            <ac:picMk id="3" creationId="{6573DABD-47E2-E13B-D5C5-B34CBE9C7C21}"/>
          </ac:picMkLst>
        </pc:picChg>
        <pc:picChg chg="add mod">
          <ac:chgData name="Shaun Ratcliff" userId="1720d92ff15e284e" providerId="LiveId" clId="{782A1E08-4343-4DE7-BABB-D7C702D94E7D}" dt="2026-02-09T22:46:01.559" v="2873" actId="692"/>
          <ac:picMkLst>
            <pc:docMk/>
            <pc:sldMk cId="1469715457" sldId="274"/>
            <ac:picMk id="5" creationId="{5B355C66-55F8-53F4-0929-6F02F21E9350}"/>
          </ac:picMkLst>
        </pc:picChg>
      </pc:sldChg>
      <pc:sldChg chg="addSp delSp modSp new mod">
        <pc:chgData name="Shaun Ratcliff" userId="1720d92ff15e284e" providerId="LiveId" clId="{782A1E08-4343-4DE7-BABB-D7C702D94E7D}" dt="2026-02-09T22:15:53.725" v="2356" actId="1076"/>
        <pc:sldMkLst>
          <pc:docMk/>
          <pc:sldMk cId="3817819429" sldId="275"/>
        </pc:sldMkLst>
        <pc:spChg chg="add mod">
          <ac:chgData name="Shaun Ratcliff" userId="1720d92ff15e284e" providerId="LiveId" clId="{782A1E08-4343-4DE7-BABB-D7C702D94E7D}" dt="2026-02-09T22:15:53.725" v="2356" actId="1076"/>
          <ac:spMkLst>
            <pc:docMk/>
            <pc:sldMk cId="3817819429" sldId="275"/>
            <ac:spMk id="6" creationId="{3083A4ED-ABD4-B0BA-2797-973B8A32EA33}"/>
          </ac:spMkLst>
        </pc:spChg>
        <pc:spChg chg="add mod">
          <ac:chgData name="Shaun Ratcliff" userId="1720d92ff15e284e" providerId="LiveId" clId="{782A1E08-4343-4DE7-BABB-D7C702D94E7D}" dt="2026-02-09T21:56:19.175" v="2102" actId="1076"/>
          <ac:spMkLst>
            <pc:docMk/>
            <pc:sldMk cId="3817819429" sldId="275"/>
            <ac:spMk id="7" creationId="{3512CB86-0E77-DCD9-FD99-F7AEDDE65EB6}"/>
          </ac:spMkLst>
        </pc:spChg>
        <pc:spChg chg="add mod">
          <ac:chgData name="Shaun Ratcliff" userId="1720d92ff15e284e" providerId="LiveId" clId="{782A1E08-4343-4DE7-BABB-D7C702D94E7D}" dt="2026-02-09T22:10:08.220" v="2221" actId="14100"/>
          <ac:spMkLst>
            <pc:docMk/>
            <pc:sldMk cId="3817819429" sldId="275"/>
            <ac:spMk id="8" creationId="{29541BED-10C6-4E8B-6AA1-6EAFC1B10EAA}"/>
          </ac:spMkLst>
        </pc:spChg>
        <pc:spChg chg="add mod">
          <ac:chgData name="Shaun Ratcliff" userId="1720d92ff15e284e" providerId="LiveId" clId="{782A1E08-4343-4DE7-BABB-D7C702D94E7D}" dt="2026-02-09T22:10:10.084" v="2222" actId="14100"/>
          <ac:spMkLst>
            <pc:docMk/>
            <pc:sldMk cId="3817819429" sldId="275"/>
            <ac:spMk id="9" creationId="{D82501E2-C13B-DB2C-E032-FAF105E3B902}"/>
          </ac:spMkLst>
        </pc:spChg>
        <pc:spChg chg="add mod">
          <ac:chgData name="Shaun Ratcliff" userId="1720d92ff15e284e" providerId="LiveId" clId="{782A1E08-4343-4DE7-BABB-D7C702D94E7D}" dt="2026-02-09T22:10:05.792" v="2220" actId="14100"/>
          <ac:spMkLst>
            <pc:docMk/>
            <pc:sldMk cId="3817819429" sldId="275"/>
            <ac:spMk id="10" creationId="{B981C477-0609-8793-63C5-00D586C1DA3B}"/>
          </ac:spMkLst>
        </pc:spChg>
        <pc:spChg chg="add mod">
          <ac:chgData name="Shaun Ratcliff" userId="1720d92ff15e284e" providerId="LiveId" clId="{782A1E08-4343-4DE7-BABB-D7C702D94E7D}" dt="2026-02-09T22:10:12.666" v="2223" actId="14100"/>
          <ac:spMkLst>
            <pc:docMk/>
            <pc:sldMk cId="3817819429" sldId="275"/>
            <ac:spMk id="11" creationId="{2BE8EA5D-F1F3-1C81-DFE7-0BA9EF8B8AE9}"/>
          </ac:spMkLst>
        </pc:spChg>
        <pc:spChg chg="add mod">
          <ac:chgData name="Shaun Ratcliff" userId="1720d92ff15e284e" providerId="LiveId" clId="{782A1E08-4343-4DE7-BABB-D7C702D94E7D}" dt="2026-02-09T22:11:06.119" v="2248" actId="1076"/>
          <ac:spMkLst>
            <pc:docMk/>
            <pc:sldMk cId="3817819429" sldId="275"/>
            <ac:spMk id="12" creationId="{7F6CE834-777A-9D47-E42A-8832773A2102}"/>
          </ac:spMkLst>
        </pc:spChg>
        <pc:picChg chg="add mod">
          <ac:chgData name="Shaun Ratcliff" userId="1720d92ff15e284e" providerId="LiveId" clId="{782A1E08-4343-4DE7-BABB-D7C702D94E7D}" dt="2026-02-09T21:53:56.054" v="2042" actId="1076"/>
          <ac:picMkLst>
            <pc:docMk/>
            <pc:sldMk cId="3817819429" sldId="275"/>
            <ac:picMk id="3" creationId="{8F39CEA6-C377-B7A4-500B-142E8FC6CDA6}"/>
          </ac:picMkLst>
        </pc:picChg>
        <pc:picChg chg="add mod">
          <ac:chgData name="Shaun Ratcliff" userId="1720d92ff15e284e" providerId="LiveId" clId="{782A1E08-4343-4DE7-BABB-D7C702D94E7D}" dt="2026-02-09T21:53:18.161" v="2030" actId="692"/>
          <ac:picMkLst>
            <pc:docMk/>
            <pc:sldMk cId="3817819429" sldId="275"/>
            <ac:picMk id="4" creationId="{6B5707A0-C5E9-D0EB-E632-3D53AE96C1B2}"/>
          </ac:picMkLst>
        </pc:picChg>
        <pc:cxnChg chg="add mod">
          <ac:chgData name="Shaun Ratcliff" userId="1720d92ff15e284e" providerId="LiveId" clId="{782A1E08-4343-4DE7-BABB-D7C702D94E7D}" dt="2026-02-09T22:13:01.271" v="2310" actId="692"/>
          <ac:cxnSpMkLst>
            <pc:docMk/>
            <pc:sldMk cId="3817819429" sldId="275"/>
            <ac:cxnSpMk id="14" creationId="{ACD32DB6-EBAB-048A-27B7-3F05F41B2A1A}"/>
          </ac:cxnSpMkLst>
        </pc:cxnChg>
        <pc:cxnChg chg="add mod">
          <ac:chgData name="Shaun Ratcliff" userId="1720d92ff15e284e" providerId="LiveId" clId="{782A1E08-4343-4DE7-BABB-D7C702D94E7D}" dt="2026-02-09T22:12:53.986" v="2303" actId="692"/>
          <ac:cxnSpMkLst>
            <pc:docMk/>
            <pc:sldMk cId="3817819429" sldId="275"/>
            <ac:cxnSpMk id="15" creationId="{CE956872-FD1E-AD48-2709-EA8B1F8AF56D}"/>
          </ac:cxnSpMkLst>
        </pc:cxnChg>
        <pc:cxnChg chg="add mod">
          <ac:chgData name="Shaun Ratcliff" userId="1720d92ff15e284e" providerId="LiveId" clId="{782A1E08-4343-4DE7-BABB-D7C702D94E7D}" dt="2026-02-09T22:12:41.658" v="2294" actId="692"/>
          <ac:cxnSpMkLst>
            <pc:docMk/>
            <pc:sldMk cId="3817819429" sldId="275"/>
            <ac:cxnSpMk id="16" creationId="{89D5FBEF-E216-3E69-57FB-D902CC323C6E}"/>
          </ac:cxnSpMkLst>
        </pc:cxnChg>
        <pc:cxnChg chg="add mod">
          <ac:chgData name="Shaun Ratcliff" userId="1720d92ff15e284e" providerId="LiveId" clId="{782A1E08-4343-4DE7-BABB-D7C702D94E7D}" dt="2026-02-09T22:12:25.534" v="2285" actId="14100"/>
          <ac:cxnSpMkLst>
            <pc:docMk/>
            <pc:sldMk cId="3817819429" sldId="275"/>
            <ac:cxnSpMk id="17" creationId="{8C585E62-145E-5565-B1C7-DFB1E5DB5C46}"/>
          </ac:cxnSpMkLst>
        </pc:cxnChg>
        <pc:cxnChg chg="add mod">
          <ac:chgData name="Shaun Ratcliff" userId="1720d92ff15e284e" providerId="LiveId" clId="{782A1E08-4343-4DE7-BABB-D7C702D94E7D}" dt="2026-02-09T22:12:05.044" v="2275" actId="692"/>
          <ac:cxnSpMkLst>
            <pc:docMk/>
            <pc:sldMk cId="3817819429" sldId="275"/>
            <ac:cxnSpMk id="18" creationId="{2313CF93-D5D0-5EA9-8A54-355669D4C709}"/>
          </ac:cxnSpMkLst>
        </pc:cxnChg>
        <pc:cxnChg chg="add mod">
          <ac:chgData name="Shaun Ratcliff" userId="1720d92ff15e284e" providerId="LiveId" clId="{782A1E08-4343-4DE7-BABB-D7C702D94E7D}" dt="2026-02-09T22:11:47.904" v="2266" actId="692"/>
          <ac:cxnSpMkLst>
            <pc:docMk/>
            <pc:sldMk cId="3817819429" sldId="275"/>
            <ac:cxnSpMk id="19" creationId="{5EB247FF-6971-0144-587E-681E663B7EAC}"/>
          </ac:cxnSpMkLst>
        </pc:cxnChg>
      </pc:sldChg>
      <pc:sldChg chg="addSp modSp new mod">
        <pc:chgData name="Shaun Ratcliff" userId="1720d92ff15e284e" providerId="LiveId" clId="{782A1E08-4343-4DE7-BABB-D7C702D94E7D}" dt="2026-02-22T14:51:12.830" v="2968" actId="20577"/>
        <pc:sldMkLst>
          <pc:docMk/>
          <pc:sldMk cId="441221058" sldId="276"/>
        </pc:sldMkLst>
        <pc:spChg chg="add mod">
          <ac:chgData name="Shaun Ratcliff" userId="1720d92ff15e284e" providerId="LiveId" clId="{782A1E08-4343-4DE7-BABB-D7C702D94E7D}" dt="2026-02-22T14:51:12.830" v="2968" actId="20577"/>
          <ac:spMkLst>
            <pc:docMk/>
            <pc:sldMk cId="441221058" sldId="276"/>
            <ac:spMk id="2" creationId="{EE08D5C7-6C8F-CABF-F1A2-F3F74DFAAD83}"/>
          </ac:spMkLst>
        </pc:spChg>
      </pc:sldChg>
      <pc:sldChg chg="addSp modSp new mod">
        <pc:chgData name="Shaun Ratcliff" userId="1720d92ff15e284e" providerId="LiveId" clId="{782A1E08-4343-4DE7-BABB-D7C702D94E7D}" dt="2026-02-22T15:27:43.771" v="3377" actId="20577"/>
        <pc:sldMkLst>
          <pc:docMk/>
          <pc:sldMk cId="2761922050" sldId="277"/>
        </pc:sldMkLst>
        <pc:spChg chg="add mod">
          <ac:chgData name="Shaun Ratcliff" userId="1720d92ff15e284e" providerId="LiveId" clId="{782A1E08-4343-4DE7-BABB-D7C702D94E7D}" dt="2026-02-22T15:13:18.282" v="3171" actId="692"/>
          <ac:spMkLst>
            <pc:docMk/>
            <pc:sldMk cId="2761922050" sldId="277"/>
            <ac:spMk id="6" creationId="{7C8DDCB2-979C-FFF1-1518-F8851A522220}"/>
          </ac:spMkLst>
        </pc:spChg>
        <pc:spChg chg="add mod">
          <ac:chgData name="Shaun Ratcliff" userId="1720d92ff15e284e" providerId="LiveId" clId="{782A1E08-4343-4DE7-BABB-D7C702D94E7D}" dt="2026-02-22T15:13:29.958" v="3182" actId="1076"/>
          <ac:spMkLst>
            <pc:docMk/>
            <pc:sldMk cId="2761922050" sldId="277"/>
            <ac:spMk id="7" creationId="{27873436-619E-6F62-2CC7-D16A929A3B48}"/>
          </ac:spMkLst>
        </pc:spChg>
        <pc:spChg chg="add mod">
          <ac:chgData name="Shaun Ratcliff" userId="1720d92ff15e284e" providerId="LiveId" clId="{782A1E08-4343-4DE7-BABB-D7C702D94E7D}" dt="2026-02-22T15:14:05.828" v="3216" actId="1076"/>
          <ac:spMkLst>
            <pc:docMk/>
            <pc:sldMk cId="2761922050" sldId="277"/>
            <ac:spMk id="8" creationId="{630A352D-DB12-3299-F2DB-1743B9D74966}"/>
          </ac:spMkLst>
        </pc:spChg>
        <pc:spChg chg="add mod">
          <ac:chgData name="Shaun Ratcliff" userId="1720d92ff15e284e" providerId="LiveId" clId="{782A1E08-4343-4DE7-BABB-D7C702D94E7D}" dt="2026-02-22T15:14:09.558" v="3217" actId="1076"/>
          <ac:spMkLst>
            <pc:docMk/>
            <pc:sldMk cId="2761922050" sldId="277"/>
            <ac:spMk id="9" creationId="{6B3424A9-1874-FCB6-7A21-C6FE36BF1540}"/>
          </ac:spMkLst>
        </pc:spChg>
        <pc:spChg chg="add mod">
          <ac:chgData name="Shaun Ratcliff" userId="1720d92ff15e284e" providerId="LiveId" clId="{782A1E08-4343-4DE7-BABB-D7C702D94E7D}" dt="2026-02-22T15:13:39.550" v="3193" actId="1076"/>
          <ac:spMkLst>
            <pc:docMk/>
            <pc:sldMk cId="2761922050" sldId="277"/>
            <ac:spMk id="10" creationId="{F60AB677-1311-7027-95EC-D37D27599D43}"/>
          </ac:spMkLst>
        </pc:spChg>
        <pc:spChg chg="add mod">
          <ac:chgData name="Shaun Ratcliff" userId="1720d92ff15e284e" providerId="LiveId" clId="{782A1E08-4343-4DE7-BABB-D7C702D94E7D}" dt="2026-02-22T15:27:43.771" v="3377" actId="20577"/>
          <ac:spMkLst>
            <pc:docMk/>
            <pc:sldMk cId="2761922050" sldId="277"/>
            <ac:spMk id="21" creationId="{EA9CE367-885A-5427-12F2-630A9C488914}"/>
          </ac:spMkLst>
        </pc:spChg>
        <pc:spChg chg="add mod">
          <ac:chgData name="Shaun Ratcliff" userId="1720d92ff15e284e" providerId="LiveId" clId="{782A1E08-4343-4DE7-BABB-D7C702D94E7D}" dt="2026-02-22T15:25:46.928" v="3318" actId="1076"/>
          <ac:spMkLst>
            <pc:docMk/>
            <pc:sldMk cId="2761922050" sldId="277"/>
            <ac:spMk id="22" creationId="{EAC26825-06A3-0EE1-FA98-25ABB4B32B09}"/>
          </ac:spMkLst>
        </pc:spChg>
        <pc:spChg chg="add mod">
          <ac:chgData name="Shaun Ratcliff" userId="1720d92ff15e284e" providerId="LiveId" clId="{782A1E08-4343-4DE7-BABB-D7C702D94E7D}" dt="2026-02-22T15:25:38.146" v="3317" actId="207"/>
          <ac:spMkLst>
            <pc:docMk/>
            <pc:sldMk cId="2761922050" sldId="277"/>
            <ac:spMk id="25" creationId="{50C9DA1C-EC0E-5859-88EF-84AC18757513}"/>
          </ac:spMkLst>
        </pc:spChg>
        <pc:spChg chg="add mod">
          <ac:chgData name="Shaun Ratcliff" userId="1720d92ff15e284e" providerId="LiveId" clId="{782A1E08-4343-4DE7-BABB-D7C702D94E7D}" dt="2026-02-22T15:26:13.572" v="3352" actId="692"/>
          <ac:spMkLst>
            <pc:docMk/>
            <pc:sldMk cId="2761922050" sldId="277"/>
            <ac:spMk id="26" creationId="{541C30AE-176C-92E1-B5B6-5DB84EBE4BC5}"/>
          </ac:spMkLst>
        </pc:spChg>
        <pc:picChg chg="add mod">
          <ac:chgData name="Shaun Ratcliff" userId="1720d92ff15e284e" providerId="LiveId" clId="{782A1E08-4343-4DE7-BABB-D7C702D94E7D}" dt="2026-02-22T15:24:38.016" v="3299" actId="1076"/>
          <ac:picMkLst>
            <pc:docMk/>
            <pc:sldMk cId="2761922050" sldId="277"/>
            <ac:picMk id="3" creationId="{1A5AE3D2-00DE-3206-A084-E8C1EC6CBD95}"/>
          </ac:picMkLst>
        </pc:picChg>
        <pc:picChg chg="add mod">
          <ac:chgData name="Shaun Ratcliff" userId="1720d92ff15e284e" providerId="LiveId" clId="{782A1E08-4343-4DE7-BABB-D7C702D94E7D}" dt="2026-02-22T15:00:24.694" v="2974" actId="1076"/>
          <ac:picMkLst>
            <pc:docMk/>
            <pc:sldMk cId="2761922050" sldId="277"/>
            <ac:picMk id="5" creationId="{21548358-64B6-4311-5B7A-B24C7FD03B9F}"/>
          </ac:picMkLst>
        </pc:picChg>
        <pc:picChg chg="add mod">
          <ac:chgData name="Shaun Ratcliff" userId="1720d92ff15e284e" providerId="LiveId" clId="{782A1E08-4343-4DE7-BABB-D7C702D94E7D}" dt="2026-02-22T15:25:07.461" v="3308" actId="14100"/>
          <ac:picMkLst>
            <pc:docMk/>
            <pc:sldMk cId="2761922050" sldId="277"/>
            <ac:picMk id="24" creationId="{0972ABB3-E407-B014-B921-F05BC03E534D}"/>
          </ac:picMkLst>
        </pc:picChg>
        <pc:cxnChg chg="add mod">
          <ac:chgData name="Shaun Ratcliff" userId="1720d92ff15e284e" providerId="LiveId" clId="{782A1E08-4343-4DE7-BABB-D7C702D94E7D}" dt="2026-02-22T15:14:30.719" v="3225" actId="692"/>
          <ac:cxnSpMkLst>
            <pc:docMk/>
            <pc:sldMk cId="2761922050" sldId="277"/>
            <ac:cxnSpMk id="12" creationId="{51F8C447-E846-011A-E459-B6D06EFAB6D0}"/>
          </ac:cxnSpMkLst>
        </pc:cxnChg>
        <pc:cxnChg chg="add mod">
          <ac:chgData name="Shaun Ratcliff" userId="1720d92ff15e284e" providerId="LiveId" clId="{782A1E08-4343-4DE7-BABB-D7C702D94E7D}" dt="2026-02-22T15:24:48.121" v="3302" actId="1076"/>
          <ac:cxnSpMkLst>
            <pc:docMk/>
            <pc:sldMk cId="2761922050" sldId="277"/>
            <ac:cxnSpMk id="13" creationId="{88D6AE86-204C-7F9E-FCCB-1F7B58DE9C52}"/>
          </ac:cxnSpMkLst>
        </pc:cxnChg>
        <pc:cxnChg chg="add mod">
          <ac:chgData name="Shaun Ratcliff" userId="1720d92ff15e284e" providerId="LiveId" clId="{782A1E08-4343-4DE7-BABB-D7C702D94E7D}" dt="2026-02-22T15:15:12.395" v="3237" actId="1076"/>
          <ac:cxnSpMkLst>
            <pc:docMk/>
            <pc:sldMk cId="2761922050" sldId="277"/>
            <ac:cxnSpMk id="14" creationId="{D24EBAC9-29AD-E869-4170-8AF2004527BE}"/>
          </ac:cxnSpMkLst>
        </pc:cxnChg>
        <pc:cxnChg chg="add mod">
          <ac:chgData name="Shaun Ratcliff" userId="1720d92ff15e284e" providerId="LiveId" clId="{782A1E08-4343-4DE7-BABB-D7C702D94E7D}" dt="2026-02-22T15:15:08.607" v="3236" actId="14100"/>
          <ac:cxnSpMkLst>
            <pc:docMk/>
            <pc:sldMk cId="2761922050" sldId="277"/>
            <ac:cxnSpMk id="15" creationId="{DF45761F-324B-45A3-0C6F-E19E729779B4}"/>
          </ac:cxnSpMkLst>
        </pc:cxnChg>
        <pc:cxnChg chg="add mod">
          <ac:chgData name="Shaun Ratcliff" userId="1720d92ff15e284e" providerId="LiveId" clId="{782A1E08-4343-4DE7-BABB-D7C702D94E7D}" dt="2026-02-22T15:15:02.297" v="3234" actId="14100"/>
          <ac:cxnSpMkLst>
            <pc:docMk/>
            <pc:sldMk cId="2761922050" sldId="277"/>
            <ac:cxnSpMk id="16" creationId="{EE4712DE-FCBB-723B-0591-A500A5171355}"/>
          </ac:cxnSpMkLst>
        </pc:cxnChg>
        <pc:cxnChg chg="add mod">
          <ac:chgData name="Shaun Ratcliff" userId="1720d92ff15e284e" providerId="LiveId" clId="{782A1E08-4343-4DE7-BABB-D7C702D94E7D}" dt="2026-02-22T15:14:53.842" v="3232" actId="14100"/>
          <ac:cxnSpMkLst>
            <pc:docMk/>
            <pc:sldMk cId="2761922050" sldId="277"/>
            <ac:cxnSpMk id="17" creationId="{C279EC81-CA34-246A-D2FB-3CFB3A4F89A3}"/>
          </ac:cxnSpMkLst>
        </pc:cxnChg>
        <pc:cxnChg chg="add mod">
          <ac:chgData name="Shaun Ratcliff" userId="1720d92ff15e284e" providerId="LiveId" clId="{782A1E08-4343-4DE7-BABB-D7C702D94E7D}" dt="2026-02-22T15:26:31.101" v="3362" actId="692"/>
          <ac:cxnSpMkLst>
            <pc:docMk/>
            <pc:sldMk cId="2761922050" sldId="277"/>
            <ac:cxnSpMk id="28" creationId="{3CB7DEED-D587-59CA-EBC4-6934D1B5EA6A}"/>
          </ac:cxnSpMkLst>
        </pc:cxnChg>
      </pc:sldChg>
      <pc:sldChg chg="addSp delSp modSp new mod">
        <pc:chgData name="Shaun Ratcliff" userId="1720d92ff15e284e" providerId="LiveId" clId="{782A1E08-4343-4DE7-BABB-D7C702D94E7D}" dt="2026-02-22T16:37:21.421" v="3653" actId="21"/>
        <pc:sldMkLst>
          <pc:docMk/>
          <pc:sldMk cId="110312335" sldId="278"/>
        </pc:sldMkLst>
        <pc:spChg chg="add mod">
          <ac:chgData name="Shaun Ratcliff" userId="1720d92ff15e284e" providerId="LiveId" clId="{782A1E08-4343-4DE7-BABB-D7C702D94E7D}" dt="2026-02-22T16:28:57.498" v="3446" actId="692"/>
          <ac:spMkLst>
            <pc:docMk/>
            <pc:sldMk cId="110312335" sldId="278"/>
            <ac:spMk id="14" creationId="{97AC8A40-6FE6-09B3-F362-D3AABD2E4188}"/>
          </ac:spMkLst>
        </pc:spChg>
        <pc:spChg chg="add mod">
          <ac:chgData name="Shaun Ratcliff" userId="1720d92ff15e284e" providerId="LiveId" clId="{782A1E08-4343-4DE7-BABB-D7C702D94E7D}" dt="2026-02-22T16:32:05.780" v="3477" actId="692"/>
          <ac:spMkLst>
            <pc:docMk/>
            <pc:sldMk cId="110312335" sldId="278"/>
            <ac:spMk id="15" creationId="{F0B51AA1-7793-9BF6-CEBF-74FBB739AA13}"/>
          </ac:spMkLst>
        </pc:spChg>
        <pc:spChg chg="add mod">
          <ac:chgData name="Shaun Ratcliff" userId="1720d92ff15e284e" providerId="LiveId" clId="{782A1E08-4343-4DE7-BABB-D7C702D94E7D}" dt="2026-02-22T16:33:45.844" v="3583" actId="20577"/>
          <ac:spMkLst>
            <pc:docMk/>
            <pc:sldMk cId="110312335" sldId="278"/>
            <ac:spMk id="16" creationId="{16F3A936-AD4F-C40B-361D-43BF9B8F6A35}"/>
          </ac:spMkLst>
        </pc:spChg>
        <pc:spChg chg="add mod">
          <ac:chgData name="Shaun Ratcliff" userId="1720d92ff15e284e" providerId="LiveId" clId="{782A1E08-4343-4DE7-BABB-D7C702D94E7D}" dt="2026-02-22T16:36:32.780" v="3635" actId="14100"/>
          <ac:spMkLst>
            <pc:docMk/>
            <pc:sldMk cId="110312335" sldId="278"/>
            <ac:spMk id="17" creationId="{E9D849AD-1CCA-EFA5-FB21-9E4A3F882BFC}"/>
          </ac:spMkLst>
        </pc:spChg>
        <pc:spChg chg="add mod">
          <ac:chgData name="Shaun Ratcliff" userId="1720d92ff15e284e" providerId="LiveId" clId="{782A1E08-4343-4DE7-BABB-D7C702D94E7D}" dt="2026-02-22T16:33:15.708" v="3536" actId="692"/>
          <ac:spMkLst>
            <pc:docMk/>
            <pc:sldMk cId="110312335" sldId="278"/>
            <ac:spMk id="19" creationId="{662E1DDC-EA32-BCBA-5488-75692116FC54}"/>
          </ac:spMkLst>
        </pc:spChg>
        <pc:spChg chg="add mod">
          <ac:chgData name="Shaun Ratcliff" userId="1720d92ff15e284e" providerId="LiveId" clId="{782A1E08-4343-4DE7-BABB-D7C702D94E7D}" dt="2026-02-22T16:34:13.029" v="3586" actId="1076"/>
          <ac:spMkLst>
            <pc:docMk/>
            <pc:sldMk cId="110312335" sldId="278"/>
            <ac:spMk id="20" creationId="{6668BDAD-25B6-B1D8-BF3E-C2EAC3690DD6}"/>
          </ac:spMkLst>
        </pc:spChg>
        <pc:spChg chg="add mod">
          <ac:chgData name="Shaun Ratcliff" userId="1720d92ff15e284e" providerId="LiveId" clId="{782A1E08-4343-4DE7-BABB-D7C702D94E7D}" dt="2026-02-22T16:34:44.473" v="3588" actId="1076"/>
          <ac:spMkLst>
            <pc:docMk/>
            <pc:sldMk cId="110312335" sldId="278"/>
            <ac:spMk id="21" creationId="{45E503D0-8A3F-CFCC-E931-84DE2A2FAEEF}"/>
          </ac:spMkLst>
        </pc:spChg>
        <pc:spChg chg="add mod">
          <ac:chgData name="Shaun Ratcliff" userId="1720d92ff15e284e" providerId="LiveId" clId="{782A1E08-4343-4DE7-BABB-D7C702D94E7D}" dt="2026-02-22T16:36:52.960" v="3637" actId="1076"/>
          <ac:spMkLst>
            <pc:docMk/>
            <pc:sldMk cId="110312335" sldId="278"/>
            <ac:spMk id="29" creationId="{87248BCE-BA4F-F36F-B9E7-F94620D1C369}"/>
          </ac:spMkLst>
        </pc:spChg>
        <pc:picChg chg="add mod">
          <ac:chgData name="Shaun Ratcliff" userId="1720d92ff15e284e" providerId="LiveId" clId="{782A1E08-4343-4DE7-BABB-D7C702D94E7D}" dt="2026-02-22T16:28:10.021" v="3423" actId="14100"/>
          <ac:picMkLst>
            <pc:docMk/>
            <pc:sldMk cId="110312335" sldId="278"/>
            <ac:picMk id="5" creationId="{B47169F6-81CF-0AC2-F819-971FE5AB764F}"/>
          </ac:picMkLst>
        </pc:picChg>
        <pc:picChg chg="add mod">
          <ac:chgData name="Shaun Ratcliff" userId="1720d92ff15e284e" providerId="LiveId" clId="{782A1E08-4343-4DE7-BABB-D7C702D94E7D}" dt="2026-02-22T16:28:01.748" v="3420" actId="1076"/>
          <ac:picMkLst>
            <pc:docMk/>
            <pc:sldMk cId="110312335" sldId="278"/>
            <ac:picMk id="11" creationId="{F516C06F-4CB0-342B-9E75-7720AD00A694}"/>
          </ac:picMkLst>
        </pc:picChg>
        <pc:picChg chg="add mod">
          <ac:chgData name="Shaun Ratcliff" userId="1720d92ff15e284e" providerId="LiveId" clId="{782A1E08-4343-4DE7-BABB-D7C702D94E7D}" dt="2026-02-22T16:28:06.489" v="3422" actId="1076"/>
          <ac:picMkLst>
            <pc:docMk/>
            <pc:sldMk cId="110312335" sldId="278"/>
            <ac:picMk id="13" creationId="{742D7DBB-FCAA-41E2-AC36-15246D738F43}"/>
          </ac:picMkLst>
        </pc:picChg>
        <pc:cxnChg chg="add mod">
          <ac:chgData name="Shaun Ratcliff" userId="1720d92ff15e284e" providerId="LiveId" clId="{782A1E08-4343-4DE7-BABB-D7C702D94E7D}" dt="2026-02-22T16:36:23.692" v="3633" actId="692"/>
          <ac:cxnSpMkLst>
            <pc:docMk/>
            <pc:sldMk cId="110312335" sldId="278"/>
            <ac:cxnSpMk id="23" creationId="{A69A7FC8-3506-04C7-153C-2DD2F512EAC6}"/>
          </ac:cxnSpMkLst>
        </pc:cxnChg>
        <pc:cxnChg chg="add mod">
          <ac:chgData name="Shaun Ratcliff" userId="1720d92ff15e284e" providerId="LiveId" clId="{782A1E08-4343-4DE7-BABB-D7C702D94E7D}" dt="2026-02-22T16:36:05.581" v="3626" actId="14100"/>
          <ac:cxnSpMkLst>
            <pc:docMk/>
            <pc:sldMk cId="110312335" sldId="278"/>
            <ac:cxnSpMk id="24" creationId="{7CB7104E-177F-9F98-CF71-3C54381EA8FA}"/>
          </ac:cxnSpMkLst>
        </pc:cxnChg>
        <pc:cxnChg chg="add mod">
          <ac:chgData name="Shaun Ratcliff" userId="1720d92ff15e284e" providerId="LiveId" clId="{782A1E08-4343-4DE7-BABB-D7C702D94E7D}" dt="2026-02-22T16:35:44.132" v="3617" actId="692"/>
          <ac:cxnSpMkLst>
            <pc:docMk/>
            <pc:sldMk cId="110312335" sldId="278"/>
            <ac:cxnSpMk id="25" creationId="{676A6199-F5B1-8CA0-00A4-875F402D33CB}"/>
          </ac:cxnSpMkLst>
        </pc:cxnChg>
        <pc:cxnChg chg="add mod">
          <ac:chgData name="Shaun Ratcliff" userId="1720d92ff15e284e" providerId="LiveId" clId="{782A1E08-4343-4DE7-BABB-D7C702D94E7D}" dt="2026-02-22T16:35:27.941" v="3609" actId="692"/>
          <ac:cxnSpMkLst>
            <pc:docMk/>
            <pc:sldMk cId="110312335" sldId="278"/>
            <ac:cxnSpMk id="26" creationId="{F2F59435-28FD-1E25-309C-9E74620F805C}"/>
          </ac:cxnSpMkLst>
        </pc:cxnChg>
        <pc:cxnChg chg="add mod">
          <ac:chgData name="Shaun Ratcliff" userId="1720d92ff15e284e" providerId="LiveId" clId="{782A1E08-4343-4DE7-BABB-D7C702D94E7D}" dt="2026-02-22T16:35:13.878" v="3601" actId="692"/>
          <ac:cxnSpMkLst>
            <pc:docMk/>
            <pc:sldMk cId="110312335" sldId="278"/>
            <ac:cxnSpMk id="27" creationId="{14D05081-FD29-8F66-D1B8-8BADAE16D4DD}"/>
          </ac:cxnSpMkLst>
        </pc:cxnChg>
        <pc:cxnChg chg="add mod">
          <ac:chgData name="Shaun Ratcliff" userId="1720d92ff15e284e" providerId="LiveId" clId="{782A1E08-4343-4DE7-BABB-D7C702D94E7D}" dt="2026-02-22T16:37:10.017" v="3651" actId="692"/>
          <ac:cxnSpMkLst>
            <pc:docMk/>
            <pc:sldMk cId="110312335" sldId="278"/>
            <ac:cxnSpMk id="31" creationId="{783F1132-38DC-2B28-01C0-EB294FCBE350}"/>
          </ac:cxnSpMkLst>
        </pc:cxnChg>
      </pc:sldChg>
      <pc:sldChg chg="addSp modSp new mod">
        <pc:chgData name="Shaun Ratcliff" userId="1720d92ff15e284e" providerId="LiveId" clId="{782A1E08-4343-4DE7-BABB-D7C702D94E7D}" dt="2026-02-22T16:43:04.230" v="3870" actId="20577"/>
        <pc:sldMkLst>
          <pc:docMk/>
          <pc:sldMk cId="3131410534" sldId="279"/>
        </pc:sldMkLst>
        <pc:spChg chg="add mod">
          <ac:chgData name="Shaun Ratcliff" userId="1720d92ff15e284e" providerId="LiveId" clId="{782A1E08-4343-4DE7-BABB-D7C702D94E7D}" dt="2026-02-22T16:42:14.838" v="3829"/>
          <ac:spMkLst>
            <pc:docMk/>
            <pc:sldMk cId="3131410534" sldId="279"/>
            <ac:spMk id="6" creationId="{870A225A-BE64-E304-67EF-FF7C96DD3A4C}"/>
          </ac:spMkLst>
        </pc:spChg>
        <pc:spChg chg="add mod">
          <ac:chgData name="Shaun Ratcliff" userId="1720d92ff15e284e" providerId="LiveId" clId="{782A1E08-4343-4DE7-BABB-D7C702D94E7D}" dt="2026-02-22T16:41:58.796" v="3827" actId="207"/>
          <ac:spMkLst>
            <pc:docMk/>
            <pc:sldMk cId="3131410534" sldId="279"/>
            <ac:spMk id="8" creationId="{68282E1B-4054-8FFF-BCCC-0722D39B45B0}"/>
          </ac:spMkLst>
        </pc:spChg>
        <pc:spChg chg="add mod">
          <ac:chgData name="Shaun Ratcliff" userId="1720d92ff15e284e" providerId="LiveId" clId="{782A1E08-4343-4DE7-BABB-D7C702D94E7D}" dt="2026-02-22T16:43:04.230" v="3870" actId="20577"/>
          <ac:spMkLst>
            <pc:docMk/>
            <pc:sldMk cId="3131410534" sldId="279"/>
            <ac:spMk id="9" creationId="{83F86C3F-EC91-2B02-2B33-79441459C395}"/>
          </ac:spMkLst>
        </pc:spChg>
        <pc:picChg chg="add mod">
          <ac:chgData name="Shaun Ratcliff" userId="1720d92ff15e284e" providerId="LiveId" clId="{782A1E08-4343-4DE7-BABB-D7C702D94E7D}" dt="2026-02-22T16:42:51.102" v="3855" actId="14100"/>
          <ac:picMkLst>
            <pc:docMk/>
            <pc:sldMk cId="3131410534" sldId="279"/>
            <ac:picMk id="3" creationId="{64A1E1ED-CE64-F8C7-F781-9115B1C51C07}"/>
          </ac:picMkLst>
        </pc:picChg>
        <pc:picChg chg="add mod">
          <ac:chgData name="Shaun Ratcliff" userId="1720d92ff15e284e" providerId="LiveId" clId="{782A1E08-4343-4DE7-BABB-D7C702D94E7D}" dt="2026-02-22T16:42:48.311" v="3854" actId="14100"/>
          <ac:picMkLst>
            <pc:docMk/>
            <pc:sldMk cId="3131410534" sldId="279"/>
            <ac:picMk id="5" creationId="{119346C2-F089-B991-0EA8-49B638C02C18}"/>
          </ac:picMkLst>
        </pc:picChg>
        <pc:picChg chg="add mod">
          <ac:chgData name="Shaun Ratcliff" userId="1720d92ff15e284e" providerId="LiveId" clId="{782A1E08-4343-4DE7-BABB-D7C702D94E7D}" dt="2026-02-22T16:37:35.844" v="3664" actId="692"/>
          <ac:picMkLst>
            <pc:docMk/>
            <pc:sldMk cId="3131410534" sldId="279"/>
            <ac:picMk id="7" creationId="{05CDA7EA-77CE-BB4D-BC42-CDE39107B5E0}"/>
          </ac:picMkLst>
        </pc:picChg>
      </pc:sldChg>
      <pc:sldChg chg="addSp modSp new mod">
        <pc:chgData name="Shaun Ratcliff" userId="1720d92ff15e284e" providerId="LiveId" clId="{782A1E08-4343-4DE7-BABB-D7C702D94E7D}" dt="2026-02-22T16:51:24.062" v="4020" actId="692"/>
        <pc:sldMkLst>
          <pc:docMk/>
          <pc:sldMk cId="2121726317" sldId="280"/>
        </pc:sldMkLst>
        <pc:spChg chg="add mod">
          <ac:chgData name="Shaun Ratcliff" userId="1720d92ff15e284e" providerId="LiveId" clId="{782A1E08-4343-4DE7-BABB-D7C702D94E7D}" dt="2026-02-22T16:49:26.506" v="3931" actId="692"/>
          <ac:spMkLst>
            <pc:docMk/>
            <pc:sldMk cId="2121726317" sldId="280"/>
            <ac:spMk id="6" creationId="{7FE03228-13C6-AD23-B15B-853F8AD01C16}"/>
          </ac:spMkLst>
        </pc:spChg>
        <pc:spChg chg="add mod">
          <ac:chgData name="Shaun Ratcliff" userId="1720d92ff15e284e" providerId="LiveId" clId="{782A1E08-4343-4DE7-BABB-D7C702D94E7D}" dt="2026-02-22T16:49:48.779" v="3951" actId="20577"/>
          <ac:spMkLst>
            <pc:docMk/>
            <pc:sldMk cId="2121726317" sldId="280"/>
            <ac:spMk id="7" creationId="{D9BD2596-EDE8-122C-6B64-2BA2B2ADD9B8}"/>
          </ac:spMkLst>
        </pc:spChg>
        <pc:spChg chg="add mod">
          <ac:chgData name="Shaun Ratcliff" userId="1720d92ff15e284e" providerId="LiveId" clId="{782A1E08-4343-4DE7-BABB-D7C702D94E7D}" dt="2026-02-22T16:50:37.262" v="3978" actId="692"/>
          <ac:spMkLst>
            <pc:docMk/>
            <pc:sldMk cId="2121726317" sldId="280"/>
            <ac:spMk id="12" creationId="{94323CE3-E09E-B857-9727-388A68105142}"/>
          </ac:spMkLst>
        </pc:spChg>
        <pc:spChg chg="add mod">
          <ac:chgData name="Shaun Ratcliff" userId="1720d92ff15e284e" providerId="LiveId" clId="{782A1E08-4343-4DE7-BABB-D7C702D94E7D}" dt="2026-02-22T16:51:24.062" v="4020" actId="692"/>
          <ac:spMkLst>
            <pc:docMk/>
            <pc:sldMk cId="2121726317" sldId="280"/>
            <ac:spMk id="13" creationId="{6736A181-675D-1474-88A0-AA082BE6C983}"/>
          </ac:spMkLst>
        </pc:spChg>
        <pc:picChg chg="add mod">
          <ac:chgData name="Shaun Ratcliff" userId="1720d92ff15e284e" providerId="LiveId" clId="{782A1E08-4343-4DE7-BABB-D7C702D94E7D}" dt="2026-02-22T16:48:57.309" v="3892" actId="692"/>
          <ac:picMkLst>
            <pc:docMk/>
            <pc:sldMk cId="2121726317" sldId="280"/>
            <ac:picMk id="3" creationId="{B1977D8B-70EC-2581-4A9A-F49B49DEE558}"/>
          </ac:picMkLst>
        </pc:picChg>
        <pc:picChg chg="add mod">
          <ac:chgData name="Shaun Ratcliff" userId="1720d92ff15e284e" providerId="LiveId" clId="{782A1E08-4343-4DE7-BABB-D7C702D94E7D}" dt="2026-02-22T16:49:02.781" v="3904" actId="692"/>
          <ac:picMkLst>
            <pc:docMk/>
            <pc:sldMk cId="2121726317" sldId="280"/>
            <ac:picMk id="5" creationId="{1B49CF38-27D7-5118-513A-FB1102E6F75F}"/>
          </ac:picMkLst>
        </pc:picChg>
        <pc:cxnChg chg="add mod">
          <ac:chgData name="Shaun Ratcliff" userId="1720d92ff15e284e" providerId="LiveId" clId="{782A1E08-4343-4DE7-BABB-D7C702D94E7D}" dt="2026-02-22T16:50:06.692" v="3961" actId="692"/>
          <ac:cxnSpMkLst>
            <pc:docMk/>
            <pc:sldMk cId="2121726317" sldId="280"/>
            <ac:cxnSpMk id="9" creationId="{4AAE2C45-7D86-9E34-7852-B6FD2FA945FA}"/>
          </ac:cxnSpMkLst>
        </pc:cxnChg>
        <pc:cxnChg chg="add mod">
          <ac:chgData name="Shaun Ratcliff" userId="1720d92ff15e284e" providerId="LiveId" clId="{782A1E08-4343-4DE7-BABB-D7C702D94E7D}" dt="2026-02-22T16:50:21.488" v="3969" actId="692"/>
          <ac:cxnSpMkLst>
            <pc:docMk/>
            <pc:sldMk cId="2121726317" sldId="280"/>
            <ac:cxnSpMk id="11" creationId="{18108D5B-DD4E-BA26-BE50-ECE62DCFEA31}"/>
          </ac:cxnSpMkLst>
        </pc:cxnChg>
      </pc:sldChg>
      <pc:sldChg chg="addSp delSp modSp new mod">
        <pc:chgData name="Shaun Ratcliff" userId="1720d92ff15e284e" providerId="LiveId" clId="{782A1E08-4343-4DE7-BABB-D7C702D94E7D}" dt="2026-02-22T18:42:21.723" v="4731" actId="692"/>
        <pc:sldMkLst>
          <pc:docMk/>
          <pc:sldMk cId="469599403" sldId="281"/>
        </pc:sldMkLst>
        <pc:spChg chg="add mod">
          <ac:chgData name="Shaun Ratcliff" userId="1720d92ff15e284e" providerId="LiveId" clId="{782A1E08-4343-4DE7-BABB-D7C702D94E7D}" dt="2026-02-22T17:56:06.394" v="4123" actId="692"/>
          <ac:spMkLst>
            <pc:docMk/>
            <pc:sldMk cId="469599403" sldId="281"/>
            <ac:spMk id="10" creationId="{F5B8CCEC-7A30-0F2E-89B8-86C6B64058F6}"/>
          </ac:spMkLst>
        </pc:spChg>
        <pc:spChg chg="add mod">
          <ac:chgData name="Shaun Ratcliff" userId="1720d92ff15e284e" providerId="LiveId" clId="{782A1E08-4343-4DE7-BABB-D7C702D94E7D}" dt="2026-02-22T18:33:19.168" v="4565" actId="692"/>
          <ac:spMkLst>
            <pc:docMk/>
            <pc:sldMk cId="469599403" sldId="281"/>
            <ac:spMk id="11" creationId="{ED56D5E2-2A65-B7A6-9997-2E89E6BEACCF}"/>
          </ac:spMkLst>
        </pc:spChg>
        <pc:spChg chg="add mod">
          <ac:chgData name="Shaun Ratcliff" userId="1720d92ff15e284e" providerId="LiveId" clId="{782A1E08-4343-4DE7-BABB-D7C702D94E7D}" dt="2026-02-22T18:36:13.111" v="4567" actId="1076"/>
          <ac:spMkLst>
            <pc:docMk/>
            <pc:sldMk cId="469599403" sldId="281"/>
            <ac:spMk id="12" creationId="{3A05C734-649A-DF48-12A0-E15C99438A4A}"/>
          </ac:spMkLst>
        </pc:spChg>
        <pc:spChg chg="add mod">
          <ac:chgData name="Shaun Ratcliff" userId="1720d92ff15e284e" providerId="LiveId" clId="{782A1E08-4343-4DE7-BABB-D7C702D94E7D}" dt="2026-02-22T18:37:58.433" v="4569" actId="1076"/>
          <ac:spMkLst>
            <pc:docMk/>
            <pc:sldMk cId="469599403" sldId="281"/>
            <ac:spMk id="13" creationId="{7867A541-6818-02E0-B267-EEF75C98B8AE}"/>
          </ac:spMkLst>
        </pc:spChg>
        <pc:spChg chg="add mod">
          <ac:chgData name="Shaun Ratcliff" userId="1720d92ff15e284e" providerId="LiveId" clId="{782A1E08-4343-4DE7-BABB-D7C702D94E7D}" dt="2026-02-22T18:38:15.630" v="4578" actId="692"/>
          <ac:spMkLst>
            <pc:docMk/>
            <pc:sldMk cId="469599403" sldId="281"/>
            <ac:spMk id="14" creationId="{B4DDAFEB-A114-A5B3-4B36-A209523660A4}"/>
          </ac:spMkLst>
        </pc:spChg>
        <pc:spChg chg="add mod">
          <ac:chgData name="Shaun Ratcliff" userId="1720d92ff15e284e" providerId="LiveId" clId="{782A1E08-4343-4DE7-BABB-D7C702D94E7D}" dt="2026-02-22T18:38:55.181" v="4633" actId="1076"/>
          <ac:spMkLst>
            <pc:docMk/>
            <pc:sldMk cId="469599403" sldId="281"/>
            <ac:spMk id="15" creationId="{3D0D46CF-B56B-E1F4-91E2-2A713C723611}"/>
          </ac:spMkLst>
        </pc:spChg>
        <pc:spChg chg="add mod">
          <ac:chgData name="Shaun Ratcliff" userId="1720d92ff15e284e" providerId="LiveId" clId="{782A1E08-4343-4DE7-BABB-D7C702D94E7D}" dt="2026-02-22T18:42:04.636" v="4719" actId="692"/>
          <ac:spMkLst>
            <pc:docMk/>
            <pc:sldMk cId="469599403" sldId="281"/>
            <ac:spMk id="26" creationId="{B3B59E01-92E5-CA9B-96A5-FAFF029C55D7}"/>
          </ac:spMkLst>
        </pc:spChg>
        <pc:spChg chg="add mod">
          <ac:chgData name="Shaun Ratcliff" userId="1720d92ff15e284e" providerId="LiveId" clId="{782A1E08-4343-4DE7-BABB-D7C702D94E7D}" dt="2026-02-22T18:42:21.723" v="4731" actId="692"/>
          <ac:spMkLst>
            <pc:docMk/>
            <pc:sldMk cId="469599403" sldId="281"/>
            <ac:spMk id="27" creationId="{FCF5CFA6-BCD3-723C-1B78-6D92CC8EAD09}"/>
          </ac:spMkLst>
        </pc:spChg>
        <pc:picChg chg="add mod">
          <ac:chgData name="Shaun Ratcliff" userId="1720d92ff15e284e" providerId="LiveId" clId="{782A1E08-4343-4DE7-BABB-D7C702D94E7D}" dt="2026-02-22T18:09:00.669" v="4124" actId="1076"/>
          <ac:picMkLst>
            <pc:docMk/>
            <pc:sldMk cId="469599403" sldId="281"/>
            <ac:picMk id="5" creationId="{BD2237B5-D12E-BF58-53BF-D808B33F037C}"/>
          </ac:picMkLst>
        </pc:picChg>
        <pc:picChg chg="add mod">
          <ac:chgData name="Shaun Ratcliff" userId="1720d92ff15e284e" providerId="LiveId" clId="{782A1E08-4343-4DE7-BABB-D7C702D94E7D}" dt="2026-02-22T17:42:45.521" v="4044" actId="1076"/>
          <ac:picMkLst>
            <pc:docMk/>
            <pc:sldMk cId="469599403" sldId="281"/>
            <ac:picMk id="7" creationId="{A69F60AA-A879-8345-438A-EE26B451EFBD}"/>
          </ac:picMkLst>
        </pc:picChg>
        <pc:picChg chg="add mod">
          <ac:chgData name="Shaun Ratcliff" userId="1720d92ff15e284e" providerId="LiveId" clId="{782A1E08-4343-4DE7-BABB-D7C702D94E7D}" dt="2026-02-22T17:43:19.509" v="4053" actId="1076"/>
          <ac:picMkLst>
            <pc:docMk/>
            <pc:sldMk cId="469599403" sldId="281"/>
            <ac:picMk id="9" creationId="{FE61234E-3DD2-2A57-7227-F696D2AA9017}"/>
          </ac:picMkLst>
        </pc:picChg>
        <pc:cxnChg chg="add mod">
          <ac:chgData name="Shaun Ratcliff" userId="1720d92ff15e284e" providerId="LiveId" clId="{782A1E08-4343-4DE7-BABB-D7C702D94E7D}" dt="2026-02-22T18:39:05.238" v="4643" actId="692"/>
          <ac:cxnSpMkLst>
            <pc:docMk/>
            <pc:sldMk cId="469599403" sldId="281"/>
            <ac:cxnSpMk id="17" creationId="{63EA86E2-462B-DE4D-5748-3052405A36AA}"/>
          </ac:cxnSpMkLst>
        </pc:cxnChg>
        <pc:cxnChg chg="add mod">
          <ac:chgData name="Shaun Ratcliff" userId="1720d92ff15e284e" providerId="LiveId" clId="{782A1E08-4343-4DE7-BABB-D7C702D94E7D}" dt="2026-02-22T18:39:21.556" v="4651" actId="692"/>
          <ac:cxnSpMkLst>
            <pc:docMk/>
            <pc:sldMk cId="469599403" sldId="281"/>
            <ac:cxnSpMk id="19" creationId="{0A73577A-25F4-6B62-47D7-38C3A6F7D181}"/>
          </ac:cxnSpMkLst>
        </pc:cxnChg>
        <pc:cxnChg chg="add mod">
          <ac:chgData name="Shaun Ratcliff" userId="1720d92ff15e284e" providerId="LiveId" clId="{782A1E08-4343-4DE7-BABB-D7C702D94E7D}" dt="2026-02-22T18:39:43.207" v="4661" actId="692"/>
          <ac:cxnSpMkLst>
            <pc:docMk/>
            <pc:sldMk cId="469599403" sldId="281"/>
            <ac:cxnSpMk id="21" creationId="{E2FA3B18-26E6-F030-0CCE-0B360D7533E2}"/>
          </ac:cxnSpMkLst>
        </pc:cxnChg>
        <pc:cxnChg chg="add mod">
          <ac:chgData name="Shaun Ratcliff" userId="1720d92ff15e284e" providerId="LiveId" clId="{782A1E08-4343-4DE7-BABB-D7C702D94E7D}" dt="2026-02-22T18:40:03.117" v="4667" actId="14100"/>
          <ac:cxnSpMkLst>
            <pc:docMk/>
            <pc:sldMk cId="469599403" sldId="281"/>
            <ac:cxnSpMk id="22" creationId="{B34E72FE-CC32-2261-31BE-DBA3882DA317}"/>
          </ac:cxnSpMkLst>
        </pc:cxnChg>
        <pc:cxnChg chg="add mod">
          <ac:chgData name="Shaun Ratcliff" userId="1720d92ff15e284e" providerId="LiveId" clId="{782A1E08-4343-4DE7-BABB-D7C702D94E7D}" dt="2026-02-22T18:39:55.880" v="4665" actId="14100"/>
          <ac:cxnSpMkLst>
            <pc:docMk/>
            <pc:sldMk cId="469599403" sldId="281"/>
            <ac:cxnSpMk id="23" creationId="{1CD4A669-8154-8FA1-2346-C4DDA0694D46}"/>
          </ac:cxnSpMkLst>
        </pc:cxnChg>
      </pc:sldChg>
      <pc:sldChg chg="addSp modSp new mod">
        <pc:chgData name="Shaun Ratcliff" userId="1720d92ff15e284e" providerId="LiveId" clId="{782A1E08-4343-4DE7-BABB-D7C702D94E7D}" dt="2026-02-22T18:43:49.411" v="4778" actId="1076"/>
        <pc:sldMkLst>
          <pc:docMk/>
          <pc:sldMk cId="3154874688" sldId="282"/>
        </pc:sldMkLst>
        <pc:spChg chg="add mod">
          <ac:chgData name="Shaun Ratcliff" userId="1720d92ff15e284e" providerId="LiveId" clId="{782A1E08-4343-4DE7-BABB-D7C702D94E7D}" dt="2026-02-22T18:10:38.544" v="4147" actId="1076"/>
          <ac:spMkLst>
            <pc:docMk/>
            <pc:sldMk cId="3154874688" sldId="282"/>
            <ac:spMk id="4" creationId="{AC52F02B-1420-9201-DF30-9109F85E5E07}"/>
          </ac:spMkLst>
        </pc:spChg>
        <pc:spChg chg="add mod">
          <ac:chgData name="Shaun Ratcliff" userId="1720d92ff15e284e" providerId="LiveId" clId="{782A1E08-4343-4DE7-BABB-D7C702D94E7D}" dt="2026-02-22T18:43:46.857" v="4777" actId="1076"/>
          <ac:spMkLst>
            <pc:docMk/>
            <pc:sldMk cId="3154874688" sldId="282"/>
            <ac:spMk id="8" creationId="{1BF1B96F-DDD8-81AF-AEDA-0BBF40200C08}"/>
          </ac:spMkLst>
        </pc:spChg>
        <pc:spChg chg="add mod">
          <ac:chgData name="Shaun Ratcliff" userId="1720d92ff15e284e" providerId="LiveId" clId="{782A1E08-4343-4DE7-BABB-D7C702D94E7D}" dt="2026-02-22T18:43:08.755" v="4761" actId="14100"/>
          <ac:spMkLst>
            <pc:docMk/>
            <pc:sldMk cId="3154874688" sldId="282"/>
            <ac:spMk id="11" creationId="{0FF7636D-0B7C-8A15-B6D5-91D4526B319B}"/>
          </ac:spMkLst>
        </pc:spChg>
        <pc:spChg chg="add mod">
          <ac:chgData name="Shaun Ratcliff" userId="1720d92ff15e284e" providerId="LiveId" clId="{782A1E08-4343-4DE7-BABB-D7C702D94E7D}" dt="2026-02-22T18:43:44.257" v="4776" actId="692"/>
          <ac:spMkLst>
            <pc:docMk/>
            <pc:sldMk cId="3154874688" sldId="282"/>
            <ac:spMk id="12" creationId="{E0D74B2F-FBAC-C325-0707-AD736C4097D5}"/>
          </ac:spMkLst>
        </pc:spChg>
        <pc:picChg chg="add mod">
          <ac:chgData name="Shaun Ratcliff" userId="1720d92ff15e284e" providerId="LiveId" clId="{782A1E08-4343-4DE7-BABB-D7C702D94E7D}" dt="2026-02-22T17:37:21.271" v="4037" actId="1076"/>
          <ac:picMkLst>
            <pc:docMk/>
            <pc:sldMk cId="3154874688" sldId="282"/>
            <ac:picMk id="3" creationId="{D7D44815-4397-4191-4C2E-F29B7B37DC35}"/>
          </ac:picMkLst>
        </pc:picChg>
        <pc:cxnChg chg="add mod">
          <ac:chgData name="Shaun Ratcliff" userId="1720d92ff15e284e" providerId="LiveId" clId="{782A1E08-4343-4DE7-BABB-D7C702D94E7D}" dt="2026-02-22T18:10:41.620" v="4148" actId="14100"/>
          <ac:cxnSpMkLst>
            <pc:docMk/>
            <pc:sldMk cId="3154874688" sldId="282"/>
            <ac:cxnSpMk id="6" creationId="{ADF12B7A-1365-8FB0-D48F-5A87B1C6B045}"/>
          </ac:cxnSpMkLst>
        </pc:cxnChg>
        <pc:cxnChg chg="add mod">
          <ac:chgData name="Shaun Ratcliff" userId="1720d92ff15e284e" providerId="LiveId" clId="{782A1E08-4343-4DE7-BABB-D7C702D94E7D}" dt="2026-02-22T18:43:49.411" v="4778" actId="1076"/>
          <ac:cxnSpMkLst>
            <pc:docMk/>
            <pc:sldMk cId="3154874688" sldId="282"/>
            <ac:cxnSpMk id="10" creationId="{6EEB2FB1-9A5E-A611-A55E-90B2AC71E14E}"/>
          </ac:cxnSpMkLst>
        </pc:cxnChg>
      </pc:sldChg>
      <pc:sldChg chg="addSp delSp modSp new mod">
        <pc:chgData name="Shaun Ratcliff" userId="1720d92ff15e284e" providerId="LiveId" clId="{782A1E08-4343-4DE7-BABB-D7C702D94E7D}" dt="2026-02-22T18:29:55.889" v="4514" actId="692"/>
        <pc:sldMkLst>
          <pc:docMk/>
          <pc:sldMk cId="2284111510" sldId="283"/>
        </pc:sldMkLst>
        <pc:spChg chg="add mod">
          <ac:chgData name="Shaun Ratcliff" userId="1720d92ff15e284e" providerId="LiveId" clId="{782A1E08-4343-4DE7-BABB-D7C702D94E7D}" dt="2026-02-22T18:29:00.432" v="4460" actId="1076"/>
          <ac:spMkLst>
            <pc:docMk/>
            <pc:sldMk cId="2284111510" sldId="283"/>
            <ac:spMk id="4" creationId="{3129D81B-7229-2E0B-8FC1-AFDEA7001EB0}"/>
          </ac:spMkLst>
        </pc:spChg>
        <pc:spChg chg="add mod">
          <ac:chgData name="Shaun Ratcliff" userId="1720d92ff15e284e" providerId="LiveId" clId="{782A1E08-4343-4DE7-BABB-D7C702D94E7D}" dt="2026-02-22T18:29:04.187" v="4461" actId="1076"/>
          <ac:spMkLst>
            <pc:docMk/>
            <pc:sldMk cId="2284111510" sldId="283"/>
            <ac:spMk id="5" creationId="{E2EE98FC-3D49-687E-3BC3-2F20F1A16BEB}"/>
          </ac:spMkLst>
        </pc:spChg>
        <pc:spChg chg="add mod">
          <ac:chgData name="Shaun Ratcliff" userId="1720d92ff15e284e" providerId="LiveId" clId="{782A1E08-4343-4DE7-BABB-D7C702D94E7D}" dt="2026-02-22T18:29:55.889" v="4514" actId="692"/>
          <ac:spMkLst>
            <pc:docMk/>
            <pc:sldMk cId="2284111510" sldId="283"/>
            <ac:spMk id="15" creationId="{77EA6CD0-4A9A-67DB-6A51-3BF2CCB4FDF6}"/>
          </ac:spMkLst>
        </pc:spChg>
        <pc:picChg chg="add mod">
          <ac:chgData name="Shaun Ratcliff" userId="1720d92ff15e284e" providerId="LiveId" clId="{782A1E08-4343-4DE7-BABB-D7C702D94E7D}" dt="2026-02-22T18:28:51.301" v="4458" actId="1076"/>
          <ac:picMkLst>
            <pc:docMk/>
            <pc:sldMk cId="2284111510" sldId="283"/>
            <ac:picMk id="3" creationId="{91750E80-02F1-3D59-2D44-5D4F4C187082}"/>
          </ac:picMkLst>
        </pc:picChg>
      </pc:sldChg>
      <pc:sldChg chg="addSp modSp new mod">
        <pc:chgData name="Shaun Ratcliff" userId="1720d92ff15e284e" providerId="LiveId" clId="{782A1E08-4343-4DE7-BABB-D7C702D94E7D}" dt="2026-02-22T18:22:57.294" v="4367" actId="692"/>
        <pc:sldMkLst>
          <pc:docMk/>
          <pc:sldMk cId="3135139600" sldId="284"/>
        </pc:sldMkLst>
        <pc:spChg chg="add mod">
          <ac:chgData name="Shaun Ratcliff" userId="1720d92ff15e284e" providerId="LiveId" clId="{782A1E08-4343-4DE7-BABB-D7C702D94E7D}" dt="2026-02-22T18:15:46.084" v="4266" actId="207"/>
          <ac:spMkLst>
            <pc:docMk/>
            <pc:sldMk cId="3135139600" sldId="284"/>
            <ac:spMk id="6" creationId="{484D9C6A-0901-3D09-0CB8-EE62BCDA7361}"/>
          </ac:spMkLst>
        </pc:spChg>
        <pc:spChg chg="add mod">
          <ac:chgData name="Shaun Ratcliff" userId="1720d92ff15e284e" providerId="LiveId" clId="{782A1E08-4343-4DE7-BABB-D7C702D94E7D}" dt="2026-02-22T18:21:01.048" v="4309" actId="692"/>
          <ac:spMkLst>
            <pc:docMk/>
            <pc:sldMk cId="3135139600" sldId="284"/>
            <ac:spMk id="7" creationId="{46078588-6E83-1A2E-16C2-43BE18E0BB4C}"/>
          </ac:spMkLst>
        </pc:spChg>
        <pc:spChg chg="add mod">
          <ac:chgData name="Shaun Ratcliff" userId="1720d92ff15e284e" providerId="LiveId" clId="{782A1E08-4343-4DE7-BABB-D7C702D94E7D}" dt="2026-02-22T18:21:41.180" v="4318" actId="207"/>
          <ac:spMkLst>
            <pc:docMk/>
            <pc:sldMk cId="3135139600" sldId="284"/>
            <ac:spMk id="8" creationId="{33AB34D1-B6C6-A865-DB8F-6A0CA6F0CD97}"/>
          </ac:spMkLst>
        </pc:spChg>
        <pc:spChg chg="add mod">
          <ac:chgData name="Shaun Ratcliff" userId="1720d92ff15e284e" providerId="LiveId" clId="{782A1E08-4343-4DE7-BABB-D7C702D94E7D}" dt="2026-02-22T18:22:57.294" v="4367" actId="692"/>
          <ac:spMkLst>
            <pc:docMk/>
            <pc:sldMk cId="3135139600" sldId="284"/>
            <ac:spMk id="9" creationId="{79308014-45B7-8B84-645A-6EE4EE813706}"/>
          </ac:spMkLst>
        </pc:spChg>
        <pc:picChg chg="add mod">
          <ac:chgData name="Shaun Ratcliff" userId="1720d92ff15e284e" providerId="LiveId" clId="{782A1E08-4343-4DE7-BABB-D7C702D94E7D}" dt="2026-02-22T17:53:38.269" v="4063" actId="14100"/>
          <ac:picMkLst>
            <pc:docMk/>
            <pc:sldMk cId="3135139600" sldId="284"/>
            <ac:picMk id="3" creationId="{08F43F0C-CC41-E9D4-9B9C-B2294DC0A862}"/>
          </ac:picMkLst>
        </pc:picChg>
        <pc:picChg chg="add mod">
          <ac:chgData name="Shaun Ratcliff" userId="1720d92ff15e284e" providerId="LiveId" clId="{782A1E08-4343-4DE7-BABB-D7C702D94E7D}" dt="2026-02-22T17:53:33.090" v="4061" actId="14100"/>
          <ac:picMkLst>
            <pc:docMk/>
            <pc:sldMk cId="3135139600" sldId="284"/>
            <ac:picMk id="5" creationId="{1FFD0462-6ED8-A06E-FDE8-D8586E08ECB8}"/>
          </ac:picMkLst>
        </pc:picChg>
      </pc:sldChg>
      <pc:sldChg chg="addSp modSp new mod">
        <pc:chgData name="Shaun Ratcliff" userId="1720d92ff15e284e" providerId="LiveId" clId="{782A1E08-4343-4DE7-BABB-D7C702D94E7D}" dt="2026-02-22T18:14:06.773" v="4253" actId="692"/>
        <pc:sldMkLst>
          <pc:docMk/>
          <pc:sldMk cId="674494729" sldId="285"/>
        </pc:sldMkLst>
        <pc:spChg chg="add mod">
          <ac:chgData name="Shaun Ratcliff" userId="1720d92ff15e284e" providerId="LiveId" clId="{782A1E08-4343-4DE7-BABB-D7C702D94E7D}" dt="2026-02-22T18:13:54.759" v="4241" actId="14100"/>
          <ac:spMkLst>
            <pc:docMk/>
            <pc:sldMk cId="674494729" sldId="285"/>
            <ac:spMk id="4" creationId="{A2BE3ACC-87C9-9853-BF4C-C4C8361F4AC3}"/>
          </ac:spMkLst>
        </pc:spChg>
        <pc:picChg chg="add mod">
          <ac:chgData name="Shaun Ratcliff" userId="1720d92ff15e284e" providerId="LiveId" clId="{782A1E08-4343-4DE7-BABB-D7C702D94E7D}" dt="2026-02-22T17:54:16.721" v="4068" actId="1076"/>
          <ac:picMkLst>
            <pc:docMk/>
            <pc:sldMk cId="674494729" sldId="285"/>
            <ac:picMk id="3" creationId="{F185377B-E5F3-8900-F629-79EB3D039EAA}"/>
          </ac:picMkLst>
        </pc:picChg>
        <pc:cxnChg chg="add mod">
          <ac:chgData name="Shaun Ratcliff" userId="1720d92ff15e284e" providerId="LiveId" clId="{782A1E08-4343-4DE7-BABB-D7C702D94E7D}" dt="2026-02-22T18:14:06.773" v="4253" actId="692"/>
          <ac:cxnSpMkLst>
            <pc:docMk/>
            <pc:sldMk cId="674494729" sldId="285"/>
            <ac:cxnSpMk id="6" creationId="{D79EE7D1-227B-0F15-BC74-D5D4BF56087B}"/>
          </ac:cxnSpMkLst>
        </pc:cxnChg>
      </pc:sldChg>
      <pc:sldChg chg="addSp modSp new mod ord">
        <pc:chgData name="Shaun Ratcliff" userId="1720d92ff15e284e" providerId="LiveId" clId="{782A1E08-4343-4DE7-BABB-D7C702D94E7D}" dt="2026-02-22T19:11:31.883" v="4932" actId="692"/>
        <pc:sldMkLst>
          <pc:docMk/>
          <pc:sldMk cId="3126318393" sldId="286"/>
        </pc:sldMkLst>
        <pc:spChg chg="add mod">
          <ac:chgData name="Shaun Ratcliff" userId="1720d92ff15e284e" providerId="LiveId" clId="{782A1E08-4343-4DE7-BABB-D7C702D94E7D}" dt="2026-02-22T19:07:45.374" v="4794" actId="692"/>
          <ac:spMkLst>
            <pc:docMk/>
            <pc:sldMk cId="3126318393" sldId="286"/>
            <ac:spMk id="4" creationId="{BD006A98-D660-7EBA-BFC8-95DC235BE4BE}"/>
          </ac:spMkLst>
        </pc:spChg>
        <pc:spChg chg="add mod">
          <ac:chgData name="Shaun Ratcliff" userId="1720d92ff15e284e" providerId="LiveId" clId="{782A1E08-4343-4DE7-BABB-D7C702D94E7D}" dt="2026-02-22T19:09:38.348" v="4819" actId="1076"/>
          <ac:spMkLst>
            <pc:docMk/>
            <pc:sldMk cId="3126318393" sldId="286"/>
            <ac:spMk id="5" creationId="{C546ED6B-9A28-899B-4C39-2F900687B745}"/>
          </ac:spMkLst>
        </pc:spChg>
        <pc:spChg chg="add mod">
          <ac:chgData name="Shaun Ratcliff" userId="1720d92ff15e284e" providerId="LiveId" clId="{782A1E08-4343-4DE7-BABB-D7C702D94E7D}" dt="2026-02-22T19:10:21.999" v="4858" actId="1076"/>
          <ac:spMkLst>
            <pc:docMk/>
            <pc:sldMk cId="3126318393" sldId="286"/>
            <ac:spMk id="6" creationId="{4F10FE8B-72C6-9509-EE8C-7F4CD47D7872}"/>
          </ac:spMkLst>
        </pc:spChg>
        <pc:spChg chg="add mod">
          <ac:chgData name="Shaun Ratcliff" userId="1720d92ff15e284e" providerId="LiveId" clId="{782A1E08-4343-4DE7-BABB-D7C702D94E7D}" dt="2026-02-22T19:11:17.538" v="4924" actId="692"/>
          <ac:spMkLst>
            <pc:docMk/>
            <pc:sldMk cId="3126318393" sldId="286"/>
            <ac:spMk id="9" creationId="{D506CC41-CEAE-93B0-0173-69F6842E68EA}"/>
          </ac:spMkLst>
        </pc:spChg>
        <pc:picChg chg="add mod">
          <ac:chgData name="Shaun Ratcliff" userId="1720d92ff15e284e" providerId="LiveId" clId="{782A1E08-4343-4DE7-BABB-D7C702D94E7D}" dt="2026-02-22T18:57:11.608" v="4785" actId="1076"/>
          <ac:picMkLst>
            <pc:docMk/>
            <pc:sldMk cId="3126318393" sldId="286"/>
            <ac:picMk id="3" creationId="{E1553ECE-2B6B-4ABC-D607-3DCD88DDC434}"/>
          </ac:picMkLst>
        </pc:picChg>
        <pc:cxnChg chg="add mod">
          <ac:chgData name="Shaun Ratcliff" userId="1720d92ff15e284e" providerId="LiveId" clId="{782A1E08-4343-4DE7-BABB-D7C702D94E7D}" dt="2026-02-22T19:10:38.306" v="4866" actId="692"/>
          <ac:cxnSpMkLst>
            <pc:docMk/>
            <pc:sldMk cId="3126318393" sldId="286"/>
            <ac:cxnSpMk id="8" creationId="{2BBF7EC9-1A26-AAA5-ED24-562CEA77680C}"/>
          </ac:cxnSpMkLst>
        </pc:cxnChg>
        <pc:cxnChg chg="add mod">
          <ac:chgData name="Shaun Ratcliff" userId="1720d92ff15e284e" providerId="LiveId" clId="{782A1E08-4343-4DE7-BABB-D7C702D94E7D}" dt="2026-02-22T19:11:31.883" v="4932" actId="692"/>
          <ac:cxnSpMkLst>
            <pc:docMk/>
            <pc:sldMk cId="3126318393" sldId="286"/>
            <ac:cxnSpMk id="11" creationId="{6CEEA1A4-506A-86D5-B488-05EED13B9DE6}"/>
          </ac:cxnSpMkLst>
        </pc:cxnChg>
      </pc:sldChg>
      <pc:sldChg chg="addSp modSp new mod">
        <pc:chgData name="Shaun Ratcliff" userId="1720d92ff15e284e" providerId="LiveId" clId="{782A1E08-4343-4DE7-BABB-D7C702D94E7D}" dt="2026-02-22T21:03:17.473" v="5632" actId="14100"/>
        <pc:sldMkLst>
          <pc:docMk/>
          <pc:sldMk cId="431377473" sldId="287"/>
        </pc:sldMkLst>
        <pc:spChg chg="add mod">
          <ac:chgData name="Shaun Ratcliff" userId="1720d92ff15e284e" providerId="LiveId" clId="{782A1E08-4343-4DE7-BABB-D7C702D94E7D}" dt="2026-02-22T20:35:30.221" v="4990" actId="14100"/>
          <ac:spMkLst>
            <pc:docMk/>
            <pc:sldMk cId="431377473" sldId="287"/>
            <ac:spMk id="4" creationId="{2357E4F1-A29A-749A-8E8D-2586C0A7C02F}"/>
          </ac:spMkLst>
        </pc:spChg>
        <pc:spChg chg="add mod">
          <ac:chgData name="Shaun Ratcliff" userId="1720d92ff15e284e" providerId="LiveId" clId="{782A1E08-4343-4DE7-BABB-D7C702D94E7D}" dt="2026-02-22T20:36:35.185" v="5053" actId="1076"/>
          <ac:spMkLst>
            <pc:docMk/>
            <pc:sldMk cId="431377473" sldId="287"/>
            <ac:spMk id="5" creationId="{71D25AC6-2DD1-B4B3-28A3-5764F88585DE}"/>
          </ac:spMkLst>
        </pc:spChg>
        <pc:spChg chg="add mod">
          <ac:chgData name="Shaun Ratcliff" userId="1720d92ff15e284e" providerId="LiveId" clId="{782A1E08-4343-4DE7-BABB-D7C702D94E7D}" dt="2026-02-22T21:01:56.185" v="5612" actId="1076"/>
          <ac:spMkLst>
            <pc:docMk/>
            <pc:sldMk cId="431377473" sldId="287"/>
            <ac:spMk id="6" creationId="{B5D47D93-A253-0CAE-01E9-FD16D71DD0C5}"/>
          </ac:spMkLst>
        </pc:spChg>
        <pc:spChg chg="add mod">
          <ac:chgData name="Shaun Ratcliff" userId="1720d92ff15e284e" providerId="LiveId" clId="{782A1E08-4343-4DE7-BABB-D7C702D94E7D}" dt="2026-02-22T20:42:20.774" v="5243" actId="1076"/>
          <ac:spMkLst>
            <pc:docMk/>
            <pc:sldMk cId="431377473" sldId="287"/>
            <ac:spMk id="7" creationId="{06F60631-629F-2329-C44B-B0D025DBD649}"/>
          </ac:spMkLst>
        </pc:spChg>
        <pc:spChg chg="add mod">
          <ac:chgData name="Shaun Ratcliff" userId="1720d92ff15e284e" providerId="LiveId" clId="{782A1E08-4343-4DE7-BABB-D7C702D94E7D}" dt="2026-02-22T20:41:40.645" v="5203" actId="1076"/>
          <ac:spMkLst>
            <pc:docMk/>
            <pc:sldMk cId="431377473" sldId="287"/>
            <ac:spMk id="8" creationId="{521E979D-7CB9-AF43-9A4E-A5F0BC49836D}"/>
          </ac:spMkLst>
        </pc:spChg>
        <pc:spChg chg="add mod">
          <ac:chgData name="Shaun Ratcliff" userId="1720d92ff15e284e" providerId="LiveId" clId="{782A1E08-4343-4DE7-BABB-D7C702D94E7D}" dt="2026-02-22T20:39:09.275" v="5140" actId="692"/>
          <ac:spMkLst>
            <pc:docMk/>
            <pc:sldMk cId="431377473" sldId="287"/>
            <ac:spMk id="9" creationId="{636C8722-CF86-9827-8DEB-555D51360BCB}"/>
          </ac:spMkLst>
        </pc:spChg>
        <pc:spChg chg="add mod">
          <ac:chgData name="Shaun Ratcliff" userId="1720d92ff15e284e" providerId="LiveId" clId="{782A1E08-4343-4DE7-BABB-D7C702D94E7D}" dt="2026-02-22T20:43:11.304" v="5266" actId="20577"/>
          <ac:spMkLst>
            <pc:docMk/>
            <pc:sldMk cId="431377473" sldId="287"/>
            <ac:spMk id="10" creationId="{32FBD13F-F857-3F9D-FF84-258DFB9C5C72}"/>
          </ac:spMkLst>
        </pc:spChg>
        <pc:picChg chg="add mod">
          <ac:chgData name="Shaun Ratcliff" userId="1720d92ff15e284e" providerId="LiveId" clId="{782A1E08-4343-4DE7-BABB-D7C702D94E7D}" dt="2026-02-22T20:17:42.751" v="4937" actId="14100"/>
          <ac:picMkLst>
            <pc:docMk/>
            <pc:sldMk cId="431377473" sldId="287"/>
            <ac:picMk id="3" creationId="{B1FF365E-09E6-5CEB-8AA4-62488A292F76}"/>
          </ac:picMkLst>
        </pc:picChg>
        <pc:cxnChg chg="add mod">
          <ac:chgData name="Shaun Ratcliff" userId="1720d92ff15e284e" providerId="LiveId" clId="{782A1E08-4343-4DE7-BABB-D7C702D94E7D}" dt="2026-02-22T21:02:12.164" v="5620" actId="692"/>
          <ac:cxnSpMkLst>
            <pc:docMk/>
            <pc:sldMk cId="431377473" sldId="287"/>
            <ac:cxnSpMk id="12" creationId="{A4FEF554-AABE-4248-4219-84895E09DFCC}"/>
          </ac:cxnSpMkLst>
        </pc:cxnChg>
        <pc:cxnChg chg="add mod">
          <ac:chgData name="Shaun Ratcliff" userId="1720d92ff15e284e" providerId="LiveId" clId="{782A1E08-4343-4DE7-BABB-D7C702D94E7D}" dt="2026-02-22T21:03:17.473" v="5632" actId="14100"/>
          <ac:cxnSpMkLst>
            <pc:docMk/>
            <pc:sldMk cId="431377473" sldId="287"/>
            <ac:cxnSpMk id="13" creationId="{73BC9953-D3B7-AC24-02F5-C07487FF5C84}"/>
          </ac:cxnSpMkLst>
        </pc:cxnChg>
        <pc:cxnChg chg="add mod">
          <ac:chgData name="Shaun Ratcliff" userId="1720d92ff15e284e" providerId="LiveId" clId="{782A1E08-4343-4DE7-BABB-D7C702D94E7D}" dt="2026-02-22T21:02:58.094" v="5630" actId="1076"/>
          <ac:cxnSpMkLst>
            <pc:docMk/>
            <pc:sldMk cId="431377473" sldId="287"/>
            <ac:cxnSpMk id="14" creationId="{D20E6ECF-9E09-92A6-822F-D4E08B6F7AC4}"/>
          </ac:cxnSpMkLst>
        </pc:cxnChg>
        <pc:cxnChg chg="add mod">
          <ac:chgData name="Shaun Ratcliff" userId="1720d92ff15e284e" providerId="LiveId" clId="{782A1E08-4343-4DE7-BABB-D7C702D94E7D}" dt="2026-02-22T21:02:51.085" v="5629" actId="1076"/>
          <ac:cxnSpMkLst>
            <pc:docMk/>
            <pc:sldMk cId="431377473" sldId="287"/>
            <ac:cxnSpMk id="15" creationId="{607261B7-6D85-CBCC-A914-155FB07FADE7}"/>
          </ac:cxnSpMkLst>
        </pc:cxnChg>
        <pc:cxnChg chg="add mod">
          <ac:chgData name="Shaun Ratcliff" userId="1720d92ff15e284e" providerId="LiveId" clId="{782A1E08-4343-4DE7-BABB-D7C702D94E7D}" dt="2026-02-22T21:02:42.715" v="5628" actId="1076"/>
          <ac:cxnSpMkLst>
            <pc:docMk/>
            <pc:sldMk cId="431377473" sldId="287"/>
            <ac:cxnSpMk id="16" creationId="{DC087174-8D25-6AF0-E658-B8A1AF78A740}"/>
          </ac:cxnSpMkLst>
        </pc:cxnChg>
        <pc:cxnChg chg="add mod">
          <ac:chgData name="Shaun Ratcliff" userId="1720d92ff15e284e" providerId="LiveId" clId="{782A1E08-4343-4DE7-BABB-D7C702D94E7D}" dt="2026-02-22T21:02:36.087" v="5627" actId="1076"/>
          <ac:cxnSpMkLst>
            <pc:docMk/>
            <pc:sldMk cId="431377473" sldId="287"/>
            <ac:cxnSpMk id="17" creationId="{7D0D052A-BCAC-4008-B4F0-0E0B919BB296}"/>
          </ac:cxnSpMkLst>
        </pc:cxnChg>
      </pc:sldChg>
      <pc:sldChg chg="addSp delSp modSp new mod">
        <pc:chgData name="Shaun Ratcliff" userId="1720d92ff15e284e" providerId="LiveId" clId="{782A1E08-4343-4DE7-BABB-D7C702D94E7D}" dt="2026-02-22T21:00:11.594" v="5553" actId="692"/>
        <pc:sldMkLst>
          <pc:docMk/>
          <pc:sldMk cId="2493257693" sldId="288"/>
        </pc:sldMkLst>
        <pc:spChg chg="add mod">
          <ac:chgData name="Shaun Ratcliff" userId="1720d92ff15e284e" providerId="LiveId" clId="{782A1E08-4343-4DE7-BABB-D7C702D94E7D}" dt="2026-02-22T20:44:18.456" v="5277" actId="692"/>
          <ac:spMkLst>
            <pc:docMk/>
            <pc:sldMk cId="2493257693" sldId="288"/>
            <ac:spMk id="6" creationId="{9567CF4B-6AF4-4988-5D67-1FA6BC08FCA5}"/>
          </ac:spMkLst>
        </pc:spChg>
        <pc:spChg chg="add mod">
          <ac:chgData name="Shaun Ratcliff" userId="1720d92ff15e284e" providerId="LiveId" clId="{782A1E08-4343-4DE7-BABB-D7C702D94E7D}" dt="2026-02-22T20:57:05.762" v="5492" actId="692"/>
          <ac:spMkLst>
            <pc:docMk/>
            <pc:sldMk cId="2493257693" sldId="288"/>
            <ac:spMk id="7" creationId="{B17B4E9D-3ACD-BB7E-852E-1A11E277B70F}"/>
          </ac:spMkLst>
        </pc:spChg>
        <pc:spChg chg="add mod">
          <ac:chgData name="Shaun Ratcliff" userId="1720d92ff15e284e" providerId="LiveId" clId="{782A1E08-4343-4DE7-BABB-D7C702D94E7D}" dt="2026-02-22T20:59:45.224" v="5541" actId="1076"/>
          <ac:spMkLst>
            <pc:docMk/>
            <pc:sldMk cId="2493257693" sldId="288"/>
            <ac:spMk id="8" creationId="{5A49FCC9-A0C2-E187-0420-7CBE452E3FE3}"/>
          </ac:spMkLst>
        </pc:spChg>
        <pc:spChg chg="add mod">
          <ac:chgData name="Shaun Ratcliff" userId="1720d92ff15e284e" providerId="LiveId" clId="{782A1E08-4343-4DE7-BABB-D7C702D94E7D}" dt="2026-02-22T20:54:11.717" v="5469" actId="20577"/>
          <ac:spMkLst>
            <pc:docMk/>
            <pc:sldMk cId="2493257693" sldId="288"/>
            <ac:spMk id="9" creationId="{34B497EC-A4AE-96D3-8E02-572B9D14EB2A}"/>
          </ac:spMkLst>
        </pc:spChg>
        <pc:spChg chg="add mod">
          <ac:chgData name="Shaun Ratcliff" userId="1720d92ff15e284e" providerId="LiveId" clId="{782A1E08-4343-4DE7-BABB-D7C702D94E7D}" dt="2026-02-22T20:54:18.421" v="5470" actId="1076"/>
          <ac:spMkLst>
            <pc:docMk/>
            <pc:sldMk cId="2493257693" sldId="288"/>
            <ac:spMk id="10" creationId="{2903BFAE-EA1B-5AE5-31C8-2EAFB1EC1924}"/>
          </ac:spMkLst>
        </pc:spChg>
        <pc:spChg chg="add mod">
          <ac:chgData name="Shaun Ratcliff" userId="1720d92ff15e284e" providerId="LiveId" clId="{782A1E08-4343-4DE7-BABB-D7C702D94E7D}" dt="2026-02-22T21:00:00.551" v="5545" actId="20577"/>
          <ac:spMkLst>
            <pc:docMk/>
            <pc:sldMk cId="2493257693" sldId="288"/>
            <ac:spMk id="17" creationId="{8B96E0B6-928C-5136-900B-F3D36A6C2192}"/>
          </ac:spMkLst>
        </pc:spChg>
        <pc:picChg chg="add mod">
          <ac:chgData name="Shaun Ratcliff" userId="1720d92ff15e284e" providerId="LiveId" clId="{782A1E08-4343-4DE7-BABB-D7C702D94E7D}" dt="2026-02-22T20:31:13.420" v="4951" actId="14100"/>
          <ac:picMkLst>
            <pc:docMk/>
            <pc:sldMk cId="2493257693" sldId="288"/>
            <ac:picMk id="3" creationId="{21A9C5F9-404E-BFA0-5551-79DCE15C8EAD}"/>
          </ac:picMkLst>
        </pc:picChg>
        <pc:picChg chg="add mod">
          <ac:chgData name="Shaun Ratcliff" userId="1720d92ff15e284e" providerId="LiveId" clId="{782A1E08-4343-4DE7-BABB-D7C702D94E7D}" dt="2026-02-22T20:31:16.684" v="4952" actId="1076"/>
          <ac:picMkLst>
            <pc:docMk/>
            <pc:sldMk cId="2493257693" sldId="288"/>
            <ac:picMk id="5" creationId="{48CCD198-C3AC-ECCF-31BB-1E8987D8210D}"/>
          </ac:picMkLst>
        </pc:picChg>
        <pc:cxnChg chg="add mod">
          <ac:chgData name="Shaun Ratcliff" userId="1720d92ff15e284e" providerId="LiveId" clId="{782A1E08-4343-4DE7-BABB-D7C702D94E7D}" dt="2026-02-22T20:56:57.529" v="5482" actId="1076"/>
          <ac:cxnSpMkLst>
            <pc:docMk/>
            <pc:sldMk cId="2493257693" sldId="288"/>
            <ac:cxnSpMk id="12" creationId="{611B3E04-BBC0-A5C4-AD94-F9B44B2392AA}"/>
          </ac:cxnSpMkLst>
        </pc:cxnChg>
        <pc:cxnChg chg="add mod">
          <ac:chgData name="Shaun Ratcliff" userId="1720d92ff15e284e" providerId="LiveId" clId="{782A1E08-4343-4DE7-BABB-D7C702D94E7D}" dt="2026-02-22T20:56:32.834" v="5479"/>
          <ac:cxnSpMkLst>
            <pc:docMk/>
            <pc:sldMk cId="2493257693" sldId="288"/>
            <ac:cxnSpMk id="13" creationId="{A5491611-964A-CD22-F53D-F79DF64516C4}"/>
          </ac:cxnSpMkLst>
        </pc:cxnChg>
        <pc:cxnChg chg="add mod">
          <ac:chgData name="Shaun Ratcliff" userId="1720d92ff15e284e" providerId="LiveId" clId="{782A1E08-4343-4DE7-BABB-D7C702D94E7D}" dt="2026-02-22T20:56:46.410" v="5481" actId="1076"/>
          <ac:cxnSpMkLst>
            <pc:docMk/>
            <pc:sldMk cId="2493257693" sldId="288"/>
            <ac:cxnSpMk id="14" creationId="{25D650B4-7314-5A8B-7F92-6587BB221120}"/>
          </ac:cxnSpMkLst>
        </pc:cxnChg>
        <pc:cxnChg chg="add mod">
          <ac:chgData name="Shaun Ratcliff" userId="1720d92ff15e284e" providerId="LiveId" clId="{782A1E08-4343-4DE7-BABB-D7C702D94E7D}" dt="2026-02-22T21:00:11.594" v="5553" actId="692"/>
          <ac:cxnSpMkLst>
            <pc:docMk/>
            <pc:sldMk cId="2493257693" sldId="288"/>
            <ac:cxnSpMk id="19" creationId="{6FDC7459-EC77-3AAF-C735-49763D68DFE6}"/>
          </ac:cxnSpMkLst>
        </pc:cxnChg>
      </pc:sldChg>
      <pc:sldChg chg="addSp modSp new mod">
        <pc:chgData name="Shaun Ratcliff" userId="1720d92ff15e284e" providerId="LiveId" clId="{782A1E08-4343-4DE7-BABB-D7C702D94E7D}" dt="2026-02-22T21:47:06.482" v="5889" actId="20577"/>
        <pc:sldMkLst>
          <pc:docMk/>
          <pc:sldMk cId="3901818286" sldId="289"/>
        </pc:sldMkLst>
        <pc:spChg chg="add mod">
          <ac:chgData name="Shaun Ratcliff" userId="1720d92ff15e284e" providerId="LiveId" clId="{782A1E08-4343-4DE7-BABB-D7C702D94E7D}" dt="2026-02-22T21:42:16.520" v="5659" actId="692"/>
          <ac:spMkLst>
            <pc:docMk/>
            <pc:sldMk cId="3901818286" sldId="289"/>
            <ac:spMk id="8" creationId="{AB2603F3-AA1A-2976-6370-79FE4B5A6E68}"/>
          </ac:spMkLst>
        </pc:spChg>
        <pc:spChg chg="add mod">
          <ac:chgData name="Shaun Ratcliff" userId="1720d92ff15e284e" providerId="LiveId" clId="{782A1E08-4343-4DE7-BABB-D7C702D94E7D}" dt="2026-02-22T21:45:58.670" v="5836" actId="1076"/>
          <ac:spMkLst>
            <pc:docMk/>
            <pc:sldMk cId="3901818286" sldId="289"/>
            <ac:spMk id="9" creationId="{B1862019-DFF9-D70F-6D7F-169B95EC1DE4}"/>
          </ac:spMkLst>
        </pc:spChg>
        <pc:spChg chg="add mod">
          <ac:chgData name="Shaun Ratcliff" userId="1720d92ff15e284e" providerId="LiveId" clId="{782A1E08-4343-4DE7-BABB-D7C702D94E7D}" dt="2026-02-22T21:45:37.963" v="5804" actId="1076"/>
          <ac:spMkLst>
            <pc:docMk/>
            <pc:sldMk cId="3901818286" sldId="289"/>
            <ac:spMk id="10" creationId="{8F4C561C-0486-3ADE-3E34-BD2C260F9EA5}"/>
          </ac:spMkLst>
        </pc:spChg>
        <pc:spChg chg="add mod">
          <ac:chgData name="Shaun Ratcliff" userId="1720d92ff15e284e" providerId="LiveId" clId="{782A1E08-4343-4DE7-BABB-D7C702D94E7D}" dt="2026-02-22T21:45:18.817" v="5773" actId="20577"/>
          <ac:spMkLst>
            <pc:docMk/>
            <pc:sldMk cId="3901818286" sldId="289"/>
            <ac:spMk id="11" creationId="{36640C92-5979-488F-1FD6-2A063BA31E2D}"/>
          </ac:spMkLst>
        </pc:spChg>
        <pc:spChg chg="add mod">
          <ac:chgData name="Shaun Ratcliff" userId="1720d92ff15e284e" providerId="LiveId" clId="{782A1E08-4343-4DE7-BABB-D7C702D94E7D}" dt="2026-02-22T21:47:06.482" v="5889" actId="20577"/>
          <ac:spMkLst>
            <pc:docMk/>
            <pc:sldMk cId="3901818286" sldId="289"/>
            <ac:spMk id="12" creationId="{6ED9EBDF-42D7-6809-0BBD-A8B2588198EB}"/>
          </ac:spMkLst>
        </pc:spChg>
        <pc:picChg chg="add mod">
          <ac:chgData name="Shaun Ratcliff" userId="1720d92ff15e284e" providerId="LiveId" clId="{782A1E08-4343-4DE7-BABB-D7C702D94E7D}" dt="2026-02-22T21:41:41.293" v="5650" actId="1076"/>
          <ac:picMkLst>
            <pc:docMk/>
            <pc:sldMk cId="3901818286" sldId="289"/>
            <ac:picMk id="3" creationId="{E2351B93-7763-9D54-C403-4D59003ABB7D}"/>
          </ac:picMkLst>
        </pc:picChg>
        <pc:picChg chg="add mod">
          <ac:chgData name="Shaun Ratcliff" userId="1720d92ff15e284e" providerId="LiveId" clId="{782A1E08-4343-4DE7-BABB-D7C702D94E7D}" dt="2026-02-22T21:41:38.749" v="5649" actId="14100"/>
          <ac:picMkLst>
            <pc:docMk/>
            <pc:sldMk cId="3901818286" sldId="289"/>
            <ac:picMk id="5" creationId="{982DE082-13EF-A5EA-EF37-26362533987F}"/>
          </ac:picMkLst>
        </pc:picChg>
        <pc:picChg chg="add mod">
          <ac:chgData name="Shaun Ratcliff" userId="1720d92ff15e284e" providerId="LiveId" clId="{782A1E08-4343-4DE7-BABB-D7C702D94E7D}" dt="2026-02-22T21:41:32.903" v="5647" actId="14100"/>
          <ac:picMkLst>
            <pc:docMk/>
            <pc:sldMk cId="3901818286" sldId="289"/>
            <ac:picMk id="7" creationId="{A61061A0-6C02-2034-0D79-E2333C97B745}"/>
          </ac:picMkLst>
        </pc:picChg>
      </pc:sldChg>
      <pc:sldChg chg="addSp modSp new mod">
        <pc:chgData name="Shaun Ratcliff" userId="1720d92ff15e284e" providerId="LiveId" clId="{782A1E08-4343-4DE7-BABB-D7C702D94E7D}" dt="2026-02-22T21:44:02.360" v="5708" actId="692"/>
        <pc:sldMkLst>
          <pc:docMk/>
          <pc:sldMk cId="4229555946" sldId="290"/>
        </pc:sldMkLst>
        <pc:spChg chg="add mod">
          <ac:chgData name="Shaun Ratcliff" userId="1720d92ff15e284e" providerId="LiveId" clId="{782A1E08-4343-4DE7-BABB-D7C702D94E7D}" dt="2026-02-22T21:43:42.358" v="5697" actId="692"/>
          <ac:spMkLst>
            <pc:docMk/>
            <pc:sldMk cId="4229555946" sldId="290"/>
            <ac:spMk id="4" creationId="{110297B8-37D2-8AF1-BFDD-7AB108702621}"/>
          </ac:spMkLst>
        </pc:spChg>
        <pc:spChg chg="add mod">
          <ac:chgData name="Shaun Ratcliff" userId="1720d92ff15e284e" providerId="LiveId" clId="{782A1E08-4343-4DE7-BABB-D7C702D94E7D}" dt="2026-02-22T21:44:02.360" v="5708" actId="692"/>
          <ac:spMkLst>
            <pc:docMk/>
            <pc:sldMk cId="4229555946" sldId="290"/>
            <ac:spMk id="5" creationId="{DD355E7F-3DD1-C88A-8F60-E28CA334E8B3}"/>
          </ac:spMkLst>
        </pc:spChg>
        <pc:picChg chg="add mod">
          <ac:chgData name="Shaun Ratcliff" userId="1720d92ff15e284e" providerId="LiveId" clId="{782A1E08-4343-4DE7-BABB-D7C702D94E7D}" dt="2026-02-22T21:41:02.402" v="5645" actId="14100"/>
          <ac:picMkLst>
            <pc:docMk/>
            <pc:sldMk cId="4229555946" sldId="290"/>
            <ac:picMk id="3" creationId="{7514DD68-4BFA-51B4-D259-E47BC69C0B77}"/>
          </ac:picMkLst>
        </pc:picChg>
      </pc:sldChg>
      <pc:sldChg chg="addSp modSp new mod ord">
        <pc:chgData name="Shaun Ratcliff" userId="1720d92ff15e284e" providerId="LiveId" clId="{782A1E08-4343-4DE7-BABB-D7C702D94E7D}" dt="2026-03-01T15:24:33.998" v="5901" actId="20577"/>
        <pc:sldMkLst>
          <pc:docMk/>
          <pc:sldMk cId="4165621526" sldId="291"/>
        </pc:sldMkLst>
        <pc:spChg chg="add mod">
          <ac:chgData name="Shaun Ratcliff" userId="1720d92ff15e284e" providerId="LiveId" clId="{782A1E08-4343-4DE7-BABB-D7C702D94E7D}" dt="2026-03-01T15:24:33.998" v="5901" actId="20577"/>
          <ac:spMkLst>
            <pc:docMk/>
            <pc:sldMk cId="4165621526" sldId="291"/>
            <ac:spMk id="2" creationId="{2859FA31-7645-24D2-ACF3-E456E00D2FB8}"/>
          </ac:spMkLst>
        </pc:spChg>
      </pc:sldChg>
      <pc:sldChg chg="addSp modSp new mod ord">
        <pc:chgData name="Shaun Ratcliff" userId="1720d92ff15e284e" providerId="LiveId" clId="{782A1E08-4343-4DE7-BABB-D7C702D94E7D}" dt="2026-03-01T15:33:36.019" v="5913" actId="20577"/>
        <pc:sldMkLst>
          <pc:docMk/>
          <pc:sldMk cId="2312434101" sldId="292"/>
        </pc:sldMkLst>
        <pc:spChg chg="add mod">
          <ac:chgData name="Shaun Ratcliff" userId="1720d92ff15e284e" providerId="LiveId" clId="{782A1E08-4343-4DE7-BABB-D7C702D94E7D}" dt="2026-03-01T15:33:36.019" v="5913" actId="20577"/>
          <ac:spMkLst>
            <pc:docMk/>
            <pc:sldMk cId="2312434101" sldId="292"/>
            <ac:spMk id="2" creationId="{BEC071FA-62B9-6968-815B-FB620445C570}"/>
          </ac:spMkLst>
        </pc:spChg>
      </pc:sldChg>
      <pc:sldChg chg="addSp modSp new mod">
        <pc:chgData name="Shaun Ratcliff" userId="1720d92ff15e284e" providerId="LiveId" clId="{782A1E08-4343-4DE7-BABB-D7C702D94E7D}" dt="2026-03-01T15:39:22.129" v="5924" actId="14100"/>
        <pc:sldMkLst>
          <pc:docMk/>
          <pc:sldMk cId="1879458249" sldId="293"/>
        </pc:sldMkLst>
        <pc:spChg chg="add mod">
          <ac:chgData name="Shaun Ratcliff" userId="1720d92ff15e284e" providerId="LiveId" clId="{782A1E08-4343-4DE7-BABB-D7C702D94E7D}" dt="2026-03-01T15:39:22.129" v="5924" actId="14100"/>
          <ac:spMkLst>
            <pc:docMk/>
            <pc:sldMk cId="1879458249" sldId="293"/>
            <ac:spMk id="2" creationId="{F89D8376-CBE1-2089-FE95-CA61722AAA20}"/>
          </ac:spMkLst>
        </pc:spChg>
      </pc:sldChg>
      <pc:sldChg chg="addSp delSp modSp new mod">
        <pc:chgData name="Shaun Ratcliff" userId="1720d92ff15e284e" providerId="LiveId" clId="{782A1E08-4343-4DE7-BABB-D7C702D94E7D}" dt="2026-03-07T14:39:43.702" v="7948" actId="21"/>
        <pc:sldMkLst>
          <pc:docMk/>
          <pc:sldMk cId="4103394363" sldId="294"/>
        </pc:sldMkLst>
        <pc:spChg chg="add del mod">
          <ac:chgData name="Shaun Ratcliff" userId="1720d92ff15e284e" providerId="LiveId" clId="{782A1E08-4343-4DE7-BABB-D7C702D94E7D}" dt="2026-03-07T14:35:57.450" v="7792" actId="21"/>
          <ac:spMkLst>
            <pc:docMk/>
            <pc:sldMk cId="4103394363" sldId="294"/>
            <ac:spMk id="6" creationId="{641ACC07-E818-46F6-29B0-39DCF7ED1025}"/>
          </ac:spMkLst>
        </pc:spChg>
        <pc:spChg chg="add del mod">
          <ac:chgData name="Shaun Ratcliff" userId="1720d92ff15e284e" providerId="LiveId" clId="{782A1E08-4343-4DE7-BABB-D7C702D94E7D}" dt="2026-03-07T14:15:05.884" v="7770" actId="21"/>
          <ac:spMkLst>
            <pc:docMk/>
            <pc:sldMk cId="4103394363" sldId="294"/>
            <ac:spMk id="8" creationId="{0D00227F-5EE6-B40A-F9FF-E00B63404D6E}"/>
          </ac:spMkLst>
        </pc:spChg>
        <pc:spChg chg="add del mod">
          <ac:chgData name="Shaun Ratcliff" userId="1720d92ff15e284e" providerId="LiveId" clId="{782A1E08-4343-4DE7-BABB-D7C702D94E7D}" dt="2026-03-07T14:14:39.870" v="7767" actId="21"/>
          <ac:spMkLst>
            <pc:docMk/>
            <pc:sldMk cId="4103394363" sldId="294"/>
            <ac:spMk id="9" creationId="{C06395A4-7E6A-44F8-EB54-0C33F41E9388}"/>
          </ac:spMkLst>
        </pc:spChg>
        <pc:spChg chg="add del mod">
          <ac:chgData name="Shaun Ratcliff" userId="1720d92ff15e284e" providerId="LiveId" clId="{782A1E08-4343-4DE7-BABB-D7C702D94E7D}" dt="2026-03-07T13:47:52.347" v="7657" actId="21"/>
          <ac:spMkLst>
            <pc:docMk/>
            <pc:sldMk cId="4103394363" sldId="294"/>
            <ac:spMk id="10" creationId="{FEFC6405-4E5E-A078-A077-9D1995D66D0D}"/>
          </ac:spMkLst>
        </pc:spChg>
        <pc:spChg chg="add del mod">
          <ac:chgData name="Shaun Ratcliff" userId="1720d92ff15e284e" providerId="LiveId" clId="{782A1E08-4343-4DE7-BABB-D7C702D94E7D}" dt="2026-03-07T14:10:25.944" v="7742" actId="21"/>
          <ac:spMkLst>
            <pc:docMk/>
            <pc:sldMk cId="4103394363" sldId="294"/>
            <ac:spMk id="11" creationId="{F2DB51D1-0FC3-DDDA-3D71-2EEC914688DB}"/>
          </ac:spMkLst>
        </pc:spChg>
        <pc:spChg chg="add del mod">
          <ac:chgData name="Shaun Ratcliff" userId="1720d92ff15e284e" providerId="LiveId" clId="{782A1E08-4343-4DE7-BABB-D7C702D94E7D}" dt="2026-03-07T13:47:36.857" v="7654" actId="21"/>
          <ac:spMkLst>
            <pc:docMk/>
            <pc:sldMk cId="4103394363" sldId="294"/>
            <ac:spMk id="12" creationId="{3EF5A375-D33F-E99A-6F98-3CF904E149EB}"/>
          </ac:spMkLst>
        </pc:spChg>
        <pc:spChg chg="add del">
          <ac:chgData name="Shaun Ratcliff" userId="1720d92ff15e284e" providerId="LiveId" clId="{782A1E08-4343-4DE7-BABB-D7C702D94E7D}" dt="2026-03-07T13:45:51.363" v="7576" actId="478"/>
          <ac:spMkLst>
            <pc:docMk/>
            <pc:sldMk cId="4103394363" sldId="294"/>
            <ac:spMk id="13" creationId="{C8C5C986-D57B-DF73-BA9D-B256DDB4EC50}"/>
          </ac:spMkLst>
        </pc:spChg>
        <pc:spChg chg="add mod">
          <ac:chgData name="Shaun Ratcliff" userId="1720d92ff15e284e" providerId="LiveId" clId="{782A1E08-4343-4DE7-BABB-D7C702D94E7D}" dt="2026-03-07T13:46:26.432" v="7584" actId="692"/>
          <ac:spMkLst>
            <pc:docMk/>
            <pc:sldMk cId="4103394363" sldId="294"/>
            <ac:spMk id="14" creationId="{6E04EEF7-5126-7D1F-C86F-1A581F77CBB2}"/>
          </ac:spMkLst>
        </pc:spChg>
        <pc:spChg chg="add del mod">
          <ac:chgData name="Shaun Ratcliff" userId="1720d92ff15e284e" providerId="LiveId" clId="{782A1E08-4343-4DE7-BABB-D7C702D94E7D}" dt="2026-03-07T14:11:01.163" v="7745" actId="21"/>
          <ac:spMkLst>
            <pc:docMk/>
            <pc:sldMk cId="4103394363" sldId="294"/>
            <ac:spMk id="24" creationId="{C2F0A88D-947F-C03F-FC8A-6184D689F4C5}"/>
          </ac:spMkLst>
        </pc:spChg>
        <pc:picChg chg="add mod">
          <ac:chgData name="Shaun Ratcliff" userId="1720d92ff15e284e" providerId="LiveId" clId="{782A1E08-4343-4DE7-BABB-D7C702D94E7D}" dt="2026-03-07T12:49:22.292" v="7520" actId="14100"/>
          <ac:picMkLst>
            <pc:docMk/>
            <pc:sldMk cId="4103394363" sldId="294"/>
            <ac:picMk id="3" creationId="{21302F4B-B4E1-1F9B-83D9-5BC8593C0F15}"/>
          </ac:picMkLst>
        </pc:picChg>
        <pc:picChg chg="add del mod">
          <ac:chgData name="Shaun Ratcliff" userId="1720d92ff15e284e" providerId="LiveId" clId="{782A1E08-4343-4DE7-BABB-D7C702D94E7D}" dt="2026-03-07T12:40:05.706" v="7508" actId="478"/>
          <ac:picMkLst>
            <pc:docMk/>
            <pc:sldMk cId="4103394363" sldId="294"/>
            <ac:picMk id="4" creationId="{75EA092A-D804-2864-89FE-662FD3387C49}"/>
          </ac:picMkLst>
        </pc:picChg>
        <pc:picChg chg="add del mod">
          <ac:chgData name="Shaun Ratcliff" userId="1720d92ff15e284e" providerId="LiveId" clId="{782A1E08-4343-4DE7-BABB-D7C702D94E7D}" dt="2026-03-07T12:48:45.090" v="7515" actId="21"/>
          <ac:picMkLst>
            <pc:docMk/>
            <pc:sldMk cId="4103394363" sldId="294"/>
            <ac:picMk id="5" creationId="{2BBCE148-D48E-8EF1-7D17-1928265BB020}"/>
          </ac:picMkLst>
        </pc:picChg>
        <pc:picChg chg="add del mod">
          <ac:chgData name="Shaun Ratcliff" userId="1720d92ff15e284e" providerId="LiveId" clId="{782A1E08-4343-4DE7-BABB-D7C702D94E7D}" dt="2026-03-06T22:25:01.358" v="6718" actId="21"/>
          <ac:picMkLst>
            <pc:docMk/>
            <pc:sldMk cId="4103394363" sldId="294"/>
            <ac:picMk id="7" creationId="{2BBCE148-D48E-8EF1-7D17-1928265BB020}"/>
          </ac:picMkLst>
        </pc:picChg>
        <pc:cxnChg chg="add del mod">
          <ac:chgData name="Shaun Ratcliff" userId="1720d92ff15e284e" providerId="LiveId" clId="{782A1E08-4343-4DE7-BABB-D7C702D94E7D}" dt="2026-03-07T14:39:43.702" v="7948" actId="21"/>
          <ac:cxnSpMkLst>
            <pc:docMk/>
            <pc:sldMk cId="4103394363" sldId="294"/>
            <ac:cxnSpMk id="16" creationId="{FAF27149-E657-4E98-2189-F6C07BE6208D}"/>
          </ac:cxnSpMkLst>
        </pc:cxnChg>
        <pc:cxnChg chg="add del mod">
          <ac:chgData name="Shaun Ratcliff" userId="1720d92ff15e284e" providerId="LiveId" clId="{782A1E08-4343-4DE7-BABB-D7C702D94E7D}" dt="2026-03-07T14:39:20.977" v="7945" actId="21"/>
          <ac:cxnSpMkLst>
            <pc:docMk/>
            <pc:sldMk cId="4103394363" sldId="294"/>
            <ac:cxnSpMk id="17" creationId="{63B3E3E8-BFDC-96EA-13C6-F1716BF84F06}"/>
          </ac:cxnSpMkLst>
        </pc:cxnChg>
        <pc:cxnChg chg="add del mod">
          <ac:chgData name="Shaun Ratcliff" userId="1720d92ff15e284e" providerId="LiveId" clId="{782A1E08-4343-4DE7-BABB-D7C702D94E7D}" dt="2026-03-07T14:12:48.575" v="7762" actId="21"/>
          <ac:cxnSpMkLst>
            <pc:docMk/>
            <pc:sldMk cId="4103394363" sldId="294"/>
            <ac:cxnSpMk id="18" creationId="{8EA1B933-A671-E1B3-6926-D028FC7E8820}"/>
          </ac:cxnSpMkLst>
        </pc:cxnChg>
        <pc:cxnChg chg="add del mod">
          <ac:chgData name="Shaun Ratcliff" userId="1720d92ff15e284e" providerId="LiveId" clId="{782A1E08-4343-4DE7-BABB-D7C702D94E7D}" dt="2026-03-07T14:12:02.474" v="7748" actId="21"/>
          <ac:cxnSpMkLst>
            <pc:docMk/>
            <pc:sldMk cId="4103394363" sldId="294"/>
            <ac:cxnSpMk id="19" creationId="{CC0DBE6C-C9F2-6AB8-C9D4-17764A504B1E}"/>
          </ac:cxnSpMkLst>
        </pc:cxnChg>
      </pc:sldChg>
      <pc:sldChg chg="addSp delSp modSp new mod">
        <pc:chgData name="Shaun Ratcliff" userId="1720d92ff15e284e" providerId="LiveId" clId="{782A1E08-4343-4DE7-BABB-D7C702D94E7D}" dt="2026-03-05T01:01:48.951" v="6085" actId="1076"/>
        <pc:sldMkLst>
          <pc:docMk/>
          <pc:sldMk cId="4184604595" sldId="295"/>
        </pc:sldMkLst>
        <pc:spChg chg="add mod">
          <ac:chgData name="Shaun Ratcliff" userId="1720d92ff15e284e" providerId="LiveId" clId="{782A1E08-4343-4DE7-BABB-D7C702D94E7D}" dt="2026-03-05T00:53:15.881" v="5940" actId="692"/>
          <ac:spMkLst>
            <pc:docMk/>
            <pc:sldMk cId="4184604595" sldId="295"/>
            <ac:spMk id="4" creationId="{78CDD09F-4C63-724B-307E-0B18E0B74F75}"/>
          </ac:spMkLst>
        </pc:spChg>
        <pc:spChg chg="add mod">
          <ac:chgData name="Shaun Ratcliff" userId="1720d92ff15e284e" providerId="LiveId" clId="{782A1E08-4343-4DE7-BABB-D7C702D94E7D}" dt="2026-03-05T00:53:28.869" v="5944" actId="14100"/>
          <ac:spMkLst>
            <pc:docMk/>
            <pc:sldMk cId="4184604595" sldId="295"/>
            <ac:spMk id="5" creationId="{5F3149AA-6476-A8B7-EFF6-51E3C41E1CA9}"/>
          </ac:spMkLst>
        </pc:spChg>
        <pc:spChg chg="add mod">
          <ac:chgData name="Shaun Ratcliff" userId="1720d92ff15e284e" providerId="LiveId" clId="{782A1E08-4343-4DE7-BABB-D7C702D94E7D}" dt="2026-03-05T00:55:14.157" v="5969" actId="14100"/>
          <ac:spMkLst>
            <pc:docMk/>
            <pc:sldMk cId="4184604595" sldId="295"/>
            <ac:spMk id="6" creationId="{2E66EFBA-8FCD-E00F-1A2B-86AD5BDCBE3D}"/>
          </ac:spMkLst>
        </pc:spChg>
        <pc:spChg chg="add mod">
          <ac:chgData name="Shaun Ratcliff" userId="1720d92ff15e284e" providerId="LiveId" clId="{782A1E08-4343-4DE7-BABB-D7C702D94E7D}" dt="2026-03-05T00:56:11.398" v="6003" actId="14100"/>
          <ac:spMkLst>
            <pc:docMk/>
            <pc:sldMk cId="4184604595" sldId="295"/>
            <ac:spMk id="8" creationId="{BE720949-FA75-D425-352B-353F2F81061F}"/>
          </ac:spMkLst>
        </pc:spChg>
        <pc:spChg chg="add mod">
          <ac:chgData name="Shaun Ratcliff" userId="1720d92ff15e284e" providerId="LiveId" clId="{782A1E08-4343-4DE7-BABB-D7C702D94E7D}" dt="2026-03-05T00:58:34.144" v="6019" actId="692"/>
          <ac:spMkLst>
            <pc:docMk/>
            <pc:sldMk cId="4184604595" sldId="295"/>
            <ac:spMk id="11" creationId="{310EF661-F8FF-1F01-372E-FAFB6EF2D525}"/>
          </ac:spMkLst>
        </pc:spChg>
        <pc:spChg chg="add mod">
          <ac:chgData name="Shaun Ratcliff" userId="1720d92ff15e284e" providerId="LiveId" clId="{782A1E08-4343-4DE7-BABB-D7C702D94E7D}" dt="2026-03-05T01:01:48.951" v="6085" actId="1076"/>
          <ac:spMkLst>
            <pc:docMk/>
            <pc:sldMk cId="4184604595" sldId="295"/>
            <ac:spMk id="13" creationId="{4F739F19-B522-184B-B47E-BDDE580EF6B7}"/>
          </ac:spMkLst>
        </pc:spChg>
        <pc:picChg chg="add mod">
          <ac:chgData name="Shaun Ratcliff" userId="1720d92ff15e284e" providerId="LiveId" clId="{782A1E08-4343-4DE7-BABB-D7C702D94E7D}" dt="2026-03-05T00:56:05.662" v="6002" actId="1076"/>
          <ac:picMkLst>
            <pc:docMk/>
            <pc:sldMk cId="4184604595" sldId="295"/>
            <ac:picMk id="3" creationId="{760DD4A9-80CA-DAD3-A310-D4A9CC454B86}"/>
          </ac:picMkLst>
        </pc:picChg>
        <pc:picChg chg="add mod">
          <ac:chgData name="Shaun Ratcliff" userId="1720d92ff15e284e" providerId="LiveId" clId="{782A1E08-4343-4DE7-BABB-D7C702D94E7D}" dt="2026-03-05T00:58:11.922" v="6008" actId="1076"/>
          <ac:picMkLst>
            <pc:docMk/>
            <pc:sldMk cId="4184604595" sldId="295"/>
            <ac:picMk id="10" creationId="{41AA7730-EEB7-A735-93A4-7FFF752D872C}"/>
          </ac:picMkLst>
        </pc:picChg>
      </pc:sldChg>
      <pc:sldChg chg="addSp delSp modSp new mod">
        <pc:chgData name="Shaun Ratcliff" userId="1720d92ff15e284e" providerId="LiveId" clId="{782A1E08-4343-4DE7-BABB-D7C702D94E7D}" dt="2026-03-05T01:46:03.360" v="6485" actId="692"/>
        <pc:sldMkLst>
          <pc:docMk/>
          <pc:sldMk cId="63470037" sldId="296"/>
        </pc:sldMkLst>
        <pc:spChg chg="add mod">
          <ac:chgData name="Shaun Ratcliff" userId="1720d92ff15e284e" providerId="LiveId" clId="{782A1E08-4343-4DE7-BABB-D7C702D94E7D}" dt="2026-03-05T01:45:10.764" v="6455" actId="1076"/>
          <ac:spMkLst>
            <pc:docMk/>
            <pc:sldMk cId="63470037" sldId="296"/>
            <ac:spMk id="6" creationId="{34237162-F59A-00A0-0516-A5C463FF05D8}"/>
          </ac:spMkLst>
        </pc:spChg>
        <pc:spChg chg="add mod">
          <ac:chgData name="Shaun Ratcliff" userId="1720d92ff15e284e" providerId="LiveId" clId="{782A1E08-4343-4DE7-BABB-D7C702D94E7D}" dt="2026-03-05T01:37:27.248" v="6239" actId="692"/>
          <ac:spMkLst>
            <pc:docMk/>
            <pc:sldMk cId="63470037" sldId="296"/>
            <ac:spMk id="7" creationId="{00580B9E-3D12-33D6-5DA7-B9DBF3290408}"/>
          </ac:spMkLst>
        </pc:spChg>
        <pc:spChg chg="add mod">
          <ac:chgData name="Shaun Ratcliff" userId="1720d92ff15e284e" providerId="LiveId" clId="{782A1E08-4343-4DE7-BABB-D7C702D94E7D}" dt="2026-03-05T01:38:09.740" v="6253" actId="14100"/>
          <ac:spMkLst>
            <pc:docMk/>
            <pc:sldMk cId="63470037" sldId="296"/>
            <ac:spMk id="8" creationId="{2100F07C-CC9F-54D0-D41B-0DF88E569DF7}"/>
          </ac:spMkLst>
        </pc:spChg>
        <pc:spChg chg="add mod">
          <ac:chgData name="Shaun Ratcliff" userId="1720d92ff15e284e" providerId="LiveId" clId="{782A1E08-4343-4DE7-BABB-D7C702D94E7D}" dt="2026-03-05T01:38:03.985" v="6252" actId="14100"/>
          <ac:spMkLst>
            <pc:docMk/>
            <pc:sldMk cId="63470037" sldId="296"/>
            <ac:spMk id="9" creationId="{D0B77AF6-82C1-6436-C959-9539151DF5A6}"/>
          </ac:spMkLst>
        </pc:spChg>
        <pc:spChg chg="add mod">
          <ac:chgData name="Shaun Ratcliff" userId="1720d92ff15e284e" providerId="LiveId" clId="{782A1E08-4343-4DE7-BABB-D7C702D94E7D}" dt="2026-03-05T01:38:48.641" v="6280" actId="14100"/>
          <ac:spMkLst>
            <pc:docMk/>
            <pc:sldMk cId="63470037" sldId="296"/>
            <ac:spMk id="10" creationId="{9AA6205F-5517-28B0-4631-CD9BA5A90F59}"/>
          </ac:spMkLst>
        </pc:spChg>
        <pc:spChg chg="add mod">
          <ac:chgData name="Shaun Ratcliff" userId="1720d92ff15e284e" providerId="LiveId" clId="{782A1E08-4343-4DE7-BABB-D7C702D94E7D}" dt="2026-03-05T01:41:45.016" v="6328" actId="1076"/>
          <ac:spMkLst>
            <pc:docMk/>
            <pc:sldMk cId="63470037" sldId="296"/>
            <ac:spMk id="11" creationId="{3BA26B97-3F23-844C-6E93-96DEC0F54733}"/>
          </ac:spMkLst>
        </pc:spChg>
        <pc:spChg chg="add mod">
          <ac:chgData name="Shaun Ratcliff" userId="1720d92ff15e284e" providerId="LiveId" clId="{782A1E08-4343-4DE7-BABB-D7C702D94E7D}" dt="2026-03-05T01:43:14.217" v="6417" actId="692"/>
          <ac:spMkLst>
            <pc:docMk/>
            <pc:sldMk cId="63470037" sldId="296"/>
            <ac:spMk id="14" creationId="{CE321396-07D2-BD21-091B-C4A06779D8E4}"/>
          </ac:spMkLst>
        </pc:spChg>
        <pc:spChg chg="add mod">
          <ac:chgData name="Shaun Ratcliff" userId="1720d92ff15e284e" providerId="LiveId" clId="{782A1E08-4343-4DE7-BABB-D7C702D94E7D}" dt="2026-03-05T01:43:29.301" v="6428" actId="692"/>
          <ac:spMkLst>
            <pc:docMk/>
            <pc:sldMk cId="63470037" sldId="296"/>
            <ac:spMk id="15" creationId="{59FE7413-3A21-FA5C-1F02-405B29B7BF3F}"/>
          </ac:spMkLst>
        </pc:spChg>
        <pc:spChg chg="add mod">
          <ac:chgData name="Shaun Ratcliff" userId="1720d92ff15e284e" providerId="LiveId" clId="{782A1E08-4343-4DE7-BABB-D7C702D94E7D}" dt="2026-03-05T01:43:54.170" v="6454" actId="692"/>
          <ac:spMkLst>
            <pc:docMk/>
            <pc:sldMk cId="63470037" sldId="296"/>
            <ac:spMk id="16" creationId="{E57428CE-AC14-A03E-33CE-B1FD8FCF94A4}"/>
          </ac:spMkLst>
        </pc:spChg>
        <pc:spChg chg="add mod">
          <ac:chgData name="Shaun Ratcliff" userId="1720d92ff15e284e" providerId="LiveId" clId="{782A1E08-4343-4DE7-BABB-D7C702D94E7D}" dt="2026-03-05T01:46:03.360" v="6485" actId="692"/>
          <ac:spMkLst>
            <pc:docMk/>
            <pc:sldMk cId="63470037" sldId="296"/>
            <ac:spMk id="17" creationId="{4979AC20-C581-79F5-0FB9-8FA46F356C1A}"/>
          </ac:spMkLst>
        </pc:spChg>
        <pc:picChg chg="add mod">
          <ac:chgData name="Shaun Ratcliff" userId="1720d92ff15e284e" providerId="LiveId" clId="{782A1E08-4343-4DE7-BABB-D7C702D94E7D}" dt="2026-03-05T01:06:13.033" v="6091" actId="1076"/>
          <ac:picMkLst>
            <pc:docMk/>
            <pc:sldMk cId="63470037" sldId="296"/>
            <ac:picMk id="5" creationId="{8504DBD8-CAF2-7B04-5F9C-CBC41127D82B}"/>
          </ac:picMkLst>
        </pc:picChg>
        <pc:picChg chg="add mod">
          <ac:chgData name="Shaun Ratcliff" userId="1720d92ff15e284e" providerId="LiveId" clId="{782A1E08-4343-4DE7-BABB-D7C702D94E7D}" dt="2026-03-05T01:41:43.261" v="6327" actId="1076"/>
          <ac:picMkLst>
            <pc:docMk/>
            <pc:sldMk cId="63470037" sldId="296"/>
            <ac:picMk id="13" creationId="{E82961CA-D125-8E62-E8AE-0A73EEF3F227}"/>
          </ac:picMkLst>
        </pc:picChg>
      </pc:sldChg>
      <pc:sldChg chg="addSp modSp new mod">
        <pc:chgData name="Shaun Ratcliff" userId="1720d92ff15e284e" providerId="LiveId" clId="{782A1E08-4343-4DE7-BABB-D7C702D94E7D}" dt="2026-03-05T23:00:08.148" v="6527" actId="14100"/>
        <pc:sldMkLst>
          <pc:docMk/>
          <pc:sldMk cId="3173082009" sldId="297"/>
        </pc:sldMkLst>
        <pc:spChg chg="add mod">
          <ac:chgData name="Shaun Ratcliff" userId="1720d92ff15e284e" providerId="LiveId" clId="{782A1E08-4343-4DE7-BABB-D7C702D94E7D}" dt="2026-03-05T22:55:08.611" v="6508" actId="692"/>
          <ac:spMkLst>
            <pc:docMk/>
            <pc:sldMk cId="3173082009" sldId="297"/>
            <ac:spMk id="4" creationId="{3D02D44F-609D-4382-3FD1-3AFEA641EB43}"/>
          </ac:spMkLst>
        </pc:spChg>
        <pc:spChg chg="add mod">
          <ac:chgData name="Shaun Ratcliff" userId="1720d92ff15e284e" providerId="LiveId" clId="{782A1E08-4343-4DE7-BABB-D7C702D94E7D}" dt="2026-03-05T22:58:55.163" v="6512" actId="1076"/>
          <ac:spMkLst>
            <pc:docMk/>
            <pc:sldMk cId="3173082009" sldId="297"/>
            <ac:spMk id="7" creationId="{1918AD89-C62C-1F64-C6E2-C6DAA1EEA56F}"/>
          </ac:spMkLst>
        </pc:spChg>
        <pc:spChg chg="add mod">
          <ac:chgData name="Shaun Ratcliff" userId="1720d92ff15e284e" providerId="LiveId" clId="{782A1E08-4343-4DE7-BABB-D7C702D94E7D}" dt="2026-03-05T22:59:57.723" v="6523" actId="692"/>
          <ac:spMkLst>
            <pc:docMk/>
            <pc:sldMk cId="3173082009" sldId="297"/>
            <ac:spMk id="10" creationId="{F2858B23-9720-3769-7EB1-AF484CF0069F}"/>
          </ac:spMkLst>
        </pc:spChg>
        <pc:spChg chg="add mod">
          <ac:chgData name="Shaun Ratcliff" userId="1720d92ff15e284e" providerId="LiveId" clId="{782A1E08-4343-4DE7-BABB-D7C702D94E7D}" dt="2026-03-05T23:00:08.148" v="6527" actId="14100"/>
          <ac:spMkLst>
            <pc:docMk/>
            <pc:sldMk cId="3173082009" sldId="297"/>
            <ac:spMk id="11" creationId="{256C5862-D0CA-1DB0-86F6-81A4AF16F302}"/>
          </ac:spMkLst>
        </pc:spChg>
        <pc:picChg chg="add mod">
          <ac:chgData name="Shaun Ratcliff" userId="1720d92ff15e284e" providerId="LiveId" clId="{782A1E08-4343-4DE7-BABB-D7C702D94E7D}" dt="2026-03-05T22:48:29.314" v="6499" actId="1076"/>
          <ac:picMkLst>
            <pc:docMk/>
            <pc:sldMk cId="3173082009" sldId="297"/>
            <ac:picMk id="3" creationId="{E9547C18-FE19-2955-6A42-92E0CBCB32E5}"/>
          </ac:picMkLst>
        </pc:picChg>
        <pc:picChg chg="add mod">
          <ac:chgData name="Shaun Ratcliff" userId="1720d92ff15e284e" providerId="LiveId" clId="{782A1E08-4343-4DE7-BABB-D7C702D94E7D}" dt="2026-03-05T22:58:27.695" v="6510" actId="1076"/>
          <ac:picMkLst>
            <pc:docMk/>
            <pc:sldMk cId="3173082009" sldId="297"/>
            <ac:picMk id="6" creationId="{4E0A9A6E-4C52-D17C-6F09-9C8F23EF6F59}"/>
          </ac:picMkLst>
        </pc:picChg>
        <pc:picChg chg="add mod">
          <ac:chgData name="Shaun Ratcliff" userId="1720d92ff15e284e" providerId="LiveId" clId="{782A1E08-4343-4DE7-BABB-D7C702D94E7D}" dt="2026-03-05T22:59:38.786" v="6514" actId="1076"/>
          <ac:picMkLst>
            <pc:docMk/>
            <pc:sldMk cId="3173082009" sldId="297"/>
            <ac:picMk id="9" creationId="{66941B8A-2870-205B-EBC0-A94356433A49}"/>
          </ac:picMkLst>
        </pc:picChg>
      </pc:sldChg>
      <pc:sldChg chg="addSp modSp new mod">
        <pc:chgData name="Shaun Ratcliff" userId="1720d92ff15e284e" providerId="LiveId" clId="{782A1E08-4343-4DE7-BABB-D7C702D94E7D}" dt="2026-03-07T01:24:07.392" v="6982" actId="692"/>
        <pc:sldMkLst>
          <pc:docMk/>
          <pc:sldMk cId="1763099792" sldId="298"/>
        </pc:sldMkLst>
        <pc:spChg chg="add mod">
          <ac:chgData name="Shaun Ratcliff" userId="1720d92ff15e284e" providerId="LiveId" clId="{782A1E08-4343-4DE7-BABB-D7C702D94E7D}" dt="2026-03-07T00:28:43.440" v="6882" actId="14100"/>
          <ac:spMkLst>
            <pc:docMk/>
            <pc:sldMk cId="1763099792" sldId="298"/>
            <ac:spMk id="2" creationId="{E6E78291-E657-363F-6BA4-78ACC6130D25}"/>
          </ac:spMkLst>
        </pc:spChg>
        <pc:spChg chg="add mod">
          <ac:chgData name="Shaun Ratcliff" userId="1720d92ff15e284e" providerId="LiveId" clId="{782A1E08-4343-4DE7-BABB-D7C702D94E7D}" dt="2026-03-05T23:03:00.044" v="6549" actId="1076"/>
          <ac:spMkLst>
            <pc:docMk/>
            <pc:sldMk cId="1763099792" sldId="298"/>
            <ac:spMk id="4" creationId="{70FF6532-4866-9A19-3ED1-CC63AC721CC5}"/>
          </ac:spMkLst>
        </pc:spChg>
        <pc:spChg chg="add mod">
          <ac:chgData name="Shaun Ratcliff" userId="1720d92ff15e284e" providerId="LiveId" clId="{782A1E08-4343-4DE7-BABB-D7C702D94E7D}" dt="2026-03-05T23:01:49.254" v="6542" actId="1076"/>
          <ac:spMkLst>
            <pc:docMk/>
            <pc:sldMk cId="1763099792" sldId="298"/>
            <ac:spMk id="5" creationId="{164944AB-FFA1-71A3-40E8-193065E5E5C3}"/>
          </ac:spMkLst>
        </pc:spChg>
        <pc:spChg chg="add mod">
          <ac:chgData name="Shaun Ratcliff" userId="1720d92ff15e284e" providerId="LiveId" clId="{782A1E08-4343-4DE7-BABB-D7C702D94E7D}" dt="2026-03-05T23:02:56.606" v="6548" actId="1076"/>
          <ac:spMkLst>
            <pc:docMk/>
            <pc:sldMk cId="1763099792" sldId="298"/>
            <ac:spMk id="6" creationId="{11898214-90B9-EEA9-2D8E-DCE48A7B7E57}"/>
          </ac:spMkLst>
        </pc:spChg>
        <pc:spChg chg="add mod">
          <ac:chgData name="Shaun Ratcliff" userId="1720d92ff15e284e" providerId="LiveId" clId="{782A1E08-4343-4DE7-BABB-D7C702D94E7D}" dt="2026-03-05T23:03:20.165" v="6552" actId="1076"/>
          <ac:spMkLst>
            <pc:docMk/>
            <pc:sldMk cId="1763099792" sldId="298"/>
            <ac:spMk id="9" creationId="{F2749908-6F65-77D2-BFEB-2519B1A6AD4D}"/>
          </ac:spMkLst>
        </pc:spChg>
        <pc:spChg chg="add mod">
          <ac:chgData name="Shaun Ratcliff" userId="1720d92ff15e284e" providerId="LiveId" clId="{782A1E08-4343-4DE7-BABB-D7C702D94E7D}" dt="2026-03-07T00:42:15.204" v="6932" actId="1076"/>
          <ac:spMkLst>
            <pc:docMk/>
            <pc:sldMk cId="1763099792" sldId="298"/>
            <ac:spMk id="11" creationId="{DFB4417F-6DBB-74BB-2A21-0535207342FB}"/>
          </ac:spMkLst>
        </pc:spChg>
        <pc:spChg chg="add mod">
          <ac:chgData name="Shaun Ratcliff" userId="1720d92ff15e284e" providerId="LiveId" clId="{782A1E08-4343-4DE7-BABB-D7C702D94E7D}" dt="2026-03-07T01:23:55.675" v="6974" actId="1076"/>
          <ac:spMkLst>
            <pc:docMk/>
            <pc:sldMk cId="1763099792" sldId="298"/>
            <ac:spMk id="14" creationId="{D4F05703-9A3A-F901-4716-47C3BA594578}"/>
          </ac:spMkLst>
        </pc:spChg>
        <pc:picChg chg="add mod">
          <ac:chgData name="Shaun Ratcliff" userId="1720d92ff15e284e" providerId="LiveId" clId="{782A1E08-4343-4DE7-BABB-D7C702D94E7D}" dt="2026-03-05T23:02:54.172" v="6547" actId="14100"/>
          <ac:picMkLst>
            <pc:docMk/>
            <pc:sldMk cId="1763099792" sldId="298"/>
            <ac:picMk id="3" creationId="{014EF039-EAB6-C8E4-6152-361A670D31C0}"/>
          </ac:picMkLst>
        </pc:picChg>
        <pc:picChg chg="add mod">
          <ac:chgData name="Shaun Ratcliff" userId="1720d92ff15e284e" providerId="LiveId" clId="{782A1E08-4343-4DE7-BABB-D7C702D94E7D}" dt="2026-03-05T23:03:06.968" v="6550" actId="1076"/>
          <ac:picMkLst>
            <pc:docMk/>
            <pc:sldMk cId="1763099792" sldId="298"/>
            <ac:picMk id="8" creationId="{77FD2A4A-42CE-1271-15ED-0E0B70485854}"/>
          </ac:picMkLst>
        </pc:picChg>
        <pc:cxnChg chg="add mod">
          <ac:chgData name="Shaun Ratcliff" userId="1720d92ff15e284e" providerId="LiveId" clId="{782A1E08-4343-4DE7-BABB-D7C702D94E7D}" dt="2026-03-07T00:41:21.342" v="6890" actId="692"/>
          <ac:cxnSpMkLst>
            <pc:docMk/>
            <pc:sldMk cId="1763099792" sldId="298"/>
            <ac:cxnSpMk id="10" creationId="{945E056D-3320-8BF9-D4BC-4F6013EBD2AF}"/>
          </ac:cxnSpMkLst>
        </pc:cxnChg>
        <pc:cxnChg chg="add mod">
          <ac:chgData name="Shaun Ratcliff" userId="1720d92ff15e284e" providerId="LiveId" clId="{782A1E08-4343-4DE7-BABB-D7C702D94E7D}" dt="2026-03-07T00:42:27.166" v="6942" actId="692"/>
          <ac:cxnSpMkLst>
            <pc:docMk/>
            <pc:sldMk cId="1763099792" sldId="298"/>
            <ac:cxnSpMk id="13" creationId="{BB6F2153-D6BB-1224-562A-D1D1F37CAE28}"/>
          </ac:cxnSpMkLst>
        </pc:cxnChg>
        <pc:cxnChg chg="add mod">
          <ac:chgData name="Shaun Ratcliff" userId="1720d92ff15e284e" providerId="LiveId" clId="{782A1E08-4343-4DE7-BABB-D7C702D94E7D}" dt="2026-03-07T01:24:07.392" v="6982" actId="692"/>
          <ac:cxnSpMkLst>
            <pc:docMk/>
            <pc:sldMk cId="1763099792" sldId="298"/>
            <ac:cxnSpMk id="16" creationId="{CE35A8DD-6975-B3DB-1A0A-5A658F449B64}"/>
          </ac:cxnSpMkLst>
        </pc:cxnChg>
      </pc:sldChg>
      <pc:sldChg chg="addSp modSp new mod">
        <pc:chgData name="Shaun Ratcliff" userId="1720d92ff15e284e" providerId="LiveId" clId="{782A1E08-4343-4DE7-BABB-D7C702D94E7D}" dt="2026-03-07T01:48:16.451" v="7061" actId="14100"/>
        <pc:sldMkLst>
          <pc:docMk/>
          <pc:sldMk cId="254747344" sldId="299"/>
        </pc:sldMkLst>
        <pc:spChg chg="add mod">
          <ac:chgData name="Shaun Ratcliff" userId="1720d92ff15e284e" providerId="LiveId" clId="{782A1E08-4343-4DE7-BABB-D7C702D94E7D}" dt="2026-03-07T01:46:22.291" v="7017" actId="1076"/>
          <ac:spMkLst>
            <pc:docMk/>
            <pc:sldMk cId="254747344" sldId="299"/>
            <ac:spMk id="2" creationId="{F69C0A08-F4BD-A7ED-B5EB-7BFEBAAFF446}"/>
          </ac:spMkLst>
        </pc:spChg>
        <pc:spChg chg="add mod">
          <ac:chgData name="Shaun Ratcliff" userId="1720d92ff15e284e" providerId="LiveId" clId="{782A1E08-4343-4DE7-BABB-D7C702D94E7D}" dt="2026-03-07T01:46:48.602" v="7050" actId="692"/>
          <ac:spMkLst>
            <pc:docMk/>
            <pc:sldMk cId="254747344" sldId="299"/>
            <ac:spMk id="4" creationId="{1CEE80E6-AC05-3089-10FA-0FFB1984DD27}"/>
          </ac:spMkLst>
        </pc:spChg>
        <pc:spChg chg="add mod">
          <ac:chgData name="Shaun Ratcliff" userId="1720d92ff15e284e" providerId="LiveId" clId="{782A1E08-4343-4DE7-BABB-D7C702D94E7D}" dt="2026-03-05T23:11:06.445" v="6569" actId="14100"/>
          <ac:spMkLst>
            <pc:docMk/>
            <pc:sldMk cId="254747344" sldId="299"/>
            <ac:spMk id="6" creationId="{6A47A7D0-BAF5-06F8-1D08-08ADB6C12CDA}"/>
          </ac:spMkLst>
        </pc:spChg>
        <pc:spChg chg="add mod">
          <ac:chgData name="Shaun Ratcliff" userId="1720d92ff15e284e" providerId="LiveId" clId="{782A1E08-4343-4DE7-BABB-D7C702D94E7D}" dt="2026-03-05T23:11:17.329" v="6572" actId="14100"/>
          <ac:spMkLst>
            <pc:docMk/>
            <pc:sldMk cId="254747344" sldId="299"/>
            <ac:spMk id="7" creationId="{BBA38A34-41E5-2864-6E1D-6B32A182C325}"/>
          </ac:spMkLst>
        </pc:spChg>
        <pc:spChg chg="add mod">
          <ac:chgData name="Shaun Ratcliff" userId="1720d92ff15e284e" providerId="LiveId" clId="{782A1E08-4343-4DE7-BABB-D7C702D94E7D}" dt="2026-03-05T23:11:35.907" v="6574" actId="1076"/>
          <ac:spMkLst>
            <pc:docMk/>
            <pc:sldMk cId="254747344" sldId="299"/>
            <ac:spMk id="8" creationId="{28E54A2E-817D-6EAB-1F0B-16F91261CA77}"/>
          </ac:spMkLst>
        </pc:spChg>
        <pc:picChg chg="add mod">
          <ac:chgData name="Shaun Ratcliff" userId="1720d92ff15e284e" providerId="LiveId" clId="{782A1E08-4343-4DE7-BABB-D7C702D94E7D}" dt="2026-03-05T23:04:05.114" v="6555" actId="1076"/>
          <ac:picMkLst>
            <pc:docMk/>
            <pc:sldMk cId="254747344" sldId="299"/>
            <ac:picMk id="3" creationId="{A7A6FFFE-E523-EFC2-5597-CBECADC59A7E}"/>
          </ac:picMkLst>
        </pc:picChg>
        <pc:picChg chg="add mod">
          <ac:chgData name="Shaun Ratcliff" userId="1720d92ff15e284e" providerId="LiveId" clId="{782A1E08-4343-4DE7-BABB-D7C702D94E7D}" dt="2026-03-05T23:04:38.209" v="6557" actId="1076"/>
          <ac:picMkLst>
            <pc:docMk/>
            <pc:sldMk cId="254747344" sldId="299"/>
            <ac:picMk id="5" creationId="{3FAF06C2-77A8-F21B-7585-AA01AC9BADD2}"/>
          </ac:picMkLst>
        </pc:picChg>
        <pc:cxnChg chg="add mod">
          <ac:chgData name="Shaun Ratcliff" userId="1720d92ff15e284e" providerId="LiveId" clId="{782A1E08-4343-4DE7-BABB-D7C702D94E7D}" dt="2026-03-07T01:48:02.788" v="7058" actId="692"/>
          <ac:cxnSpMkLst>
            <pc:docMk/>
            <pc:sldMk cId="254747344" sldId="299"/>
            <ac:cxnSpMk id="10" creationId="{BB115556-A1D1-0C68-62F2-4C644C99E9AF}"/>
          </ac:cxnSpMkLst>
        </pc:cxnChg>
        <pc:cxnChg chg="add mod">
          <ac:chgData name="Shaun Ratcliff" userId="1720d92ff15e284e" providerId="LiveId" clId="{782A1E08-4343-4DE7-BABB-D7C702D94E7D}" dt="2026-03-07T01:48:16.451" v="7061" actId="14100"/>
          <ac:cxnSpMkLst>
            <pc:docMk/>
            <pc:sldMk cId="254747344" sldId="299"/>
            <ac:cxnSpMk id="11" creationId="{858F5CA6-D3BE-1AEC-09EA-3A358D895D75}"/>
          </ac:cxnSpMkLst>
        </pc:cxnChg>
      </pc:sldChg>
      <pc:sldChg chg="addSp modSp new mod">
        <pc:chgData name="Shaun Ratcliff" userId="1720d92ff15e284e" providerId="LiveId" clId="{782A1E08-4343-4DE7-BABB-D7C702D94E7D}" dt="2026-03-07T03:10:19.389" v="7296" actId="692"/>
        <pc:sldMkLst>
          <pc:docMk/>
          <pc:sldMk cId="900548209" sldId="300"/>
        </pc:sldMkLst>
        <pc:spChg chg="add mod">
          <ac:chgData name="Shaun Ratcliff" userId="1720d92ff15e284e" providerId="LiveId" clId="{782A1E08-4343-4DE7-BABB-D7C702D94E7D}" dt="2026-03-07T03:09:54.858" v="7267" actId="692"/>
          <ac:spMkLst>
            <pc:docMk/>
            <pc:sldMk cId="900548209" sldId="300"/>
            <ac:spMk id="2" creationId="{58D37362-438D-F322-1AA2-1CC21D87FEFE}"/>
          </ac:spMkLst>
        </pc:spChg>
        <pc:spChg chg="add mod">
          <ac:chgData name="Shaun Ratcliff" userId="1720d92ff15e284e" providerId="LiveId" clId="{782A1E08-4343-4DE7-BABB-D7C702D94E7D}" dt="2026-03-07T03:10:19.389" v="7296" actId="692"/>
          <ac:spMkLst>
            <pc:docMk/>
            <pc:sldMk cId="900548209" sldId="300"/>
            <ac:spMk id="4" creationId="{40C54B0F-D187-B6B0-51F9-B568B375A335}"/>
          </ac:spMkLst>
        </pc:spChg>
        <pc:spChg chg="add mod">
          <ac:chgData name="Shaun Ratcliff" userId="1720d92ff15e284e" providerId="LiveId" clId="{782A1E08-4343-4DE7-BABB-D7C702D94E7D}" dt="2026-03-06T01:11:54.560" v="6588" actId="692"/>
          <ac:spMkLst>
            <pc:docMk/>
            <pc:sldMk cId="900548209" sldId="300"/>
            <ac:spMk id="6" creationId="{003FC0FB-E0F9-41E9-90D8-4F4C0FFE3F00}"/>
          </ac:spMkLst>
        </pc:spChg>
        <pc:picChg chg="add mod">
          <ac:chgData name="Shaun Ratcliff" userId="1720d92ff15e284e" providerId="LiveId" clId="{782A1E08-4343-4DE7-BABB-D7C702D94E7D}" dt="2026-03-06T01:03:38.855" v="6577" actId="1076"/>
          <ac:picMkLst>
            <pc:docMk/>
            <pc:sldMk cId="900548209" sldId="300"/>
            <ac:picMk id="3" creationId="{ABE6E241-701F-8DB6-A8D9-F65B0535899F}"/>
          </ac:picMkLst>
        </pc:picChg>
        <pc:picChg chg="add mod">
          <ac:chgData name="Shaun Ratcliff" userId="1720d92ff15e284e" providerId="LiveId" clId="{782A1E08-4343-4DE7-BABB-D7C702D94E7D}" dt="2026-03-06T01:08:05.495" v="6579" actId="1076"/>
          <ac:picMkLst>
            <pc:docMk/>
            <pc:sldMk cId="900548209" sldId="300"/>
            <ac:picMk id="5" creationId="{515A87EF-6E50-8518-4670-43A33D207247}"/>
          </ac:picMkLst>
        </pc:picChg>
      </pc:sldChg>
      <pc:sldChg chg="addSp modSp new mod">
        <pc:chgData name="Shaun Ratcliff" userId="1720d92ff15e284e" providerId="LiveId" clId="{782A1E08-4343-4DE7-BABB-D7C702D94E7D}" dt="2026-03-07T02:48:17.903" v="7190" actId="20577"/>
        <pc:sldMkLst>
          <pc:docMk/>
          <pc:sldMk cId="3768486819" sldId="301"/>
        </pc:sldMkLst>
        <pc:spChg chg="add mod">
          <ac:chgData name="Shaun Ratcliff" userId="1720d92ff15e284e" providerId="LiveId" clId="{782A1E08-4343-4DE7-BABB-D7C702D94E7D}" dt="2026-03-07T01:48:28.023" v="7062" actId="1076"/>
          <ac:spMkLst>
            <pc:docMk/>
            <pc:sldMk cId="3768486819" sldId="301"/>
            <ac:spMk id="2" creationId="{1A9668B2-45DE-03DB-DE9F-EE14DA254087}"/>
          </ac:spMkLst>
        </pc:spChg>
        <pc:spChg chg="add mod">
          <ac:chgData name="Shaun Ratcliff" userId="1720d92ff15e284e" providerId="LiveId" clId="{782A1E08-4343-4DE7-BABB-D7C702D94E7D}" dt="2026-03-07T02:14:11.615" v="7101" actId="1076"/>
          <ac:spMkLst>
            <pc:docMk/>
            <pc:sldMk cId="3768486819" sldId="301"/>
            <ac:spMk id="4" creationId="{9AEF0E40-9C87-381A-01D3-C96B12DA22A8}"/>
          </ac:spMkLst>
        </pc:spChg>
        <pc:spChg chg="add mod">
          <ac:chgData name="Shaun Ratcliff" userId="1720d92ff15e284e" providerId="LiveId" clId="{782A1E08-4343-4DE7-BABB-D7C702D94E7D}" dt="2026-03-07T02:45:19.638" v="7132" actId="1076"/>
          <ac:spMkLst>
            <pc:docMk/>
            <pc:sldMk cId="3768486819" sldId="301"/>
            <ac:spMk id="5" creationId="{3C374632-78B0-D6BE-0193-232D2F05B1C2}"/>
          </ac:spMkLst>
        </pc:spChg>
        <pc:spChg chg="add mod">
          <ac:chgData name="Shaun Ratcliff" userId="1720d92ff15e284e" providerId="LiveId" clId="{782A1E08-4343-4DE7-BABB-D7C702D94E7D}" dt="2026-03-07T02:48:17.903" v="7190" actId="20577"/>
          <ac:spMkLst>
            <pc:docMk/>
            <pc:sldMk cId="3768486819" sldId="301"/>
            <ac:spMk id="6" creationId="{9011B9C2-DEA8-D3F5-D459-D7A73752902F}"/>
          </ac:spMkLst>
        </pc:spChg>
        <pc:picChg chg="add mod">
          <ac:chgData name="Shaun Ratcliff" userId="1720d92ff15e284e" providerId="LiveId" clId="{782A1E08-4343-4DE7-BABB-D7C702D94E7D}" dt="2026-03-06T01:27:13.812" v="6594" actId="14100"/>
          <ac:picMkLst>
            <pc:docMk/>
            <pc:sldMk cId="3768486819" sldId="301"/>
            <ac:picMk id="3" creationId="{EC49E973-4745-4118-DDE0-1221EB9ED122}"/>
          </ac:picMkLst>
        </pc:picChg>
      </pc:sldChg>
      <pc:sldChg chg="addSp modSp new mod">
        <pc:chgData name="Shaun Ratcliff" userId="1720d92ff15e284e" providerId="LiveId" clId="{782A1E08-4343-4DE7-BABB-D7C702D94E7D}" dt="2026-03-07T03:54:15.921" v="7505" actId="692"/>
        <pc:sldMkLst>
          <pc:docMk/>
          <pc:sldMk cId="3391389831" sldId="302"/>
        </pc:sldMkLst>
        <pc:spChg chg="add mod">
          <ac:chgData name="Shaun Ratcliff" userId="1720d92ff15e284e" providerId="LiveId" clId="{782A1E08-4343-4DE7-BABB-D7C702D94E7D}" dt="2026-03-07T00:21:08.571" v="6792" actId="692"/>
          <ac:spMkLst>
            <pc:docMk/>
            <pc:sldMk cId="3391389831" sldId="302"/>
            <ac:spMk id="2" creationId="{C9310A79-E47A-1BFE-A87F-C4A20A1C0B22}"/>
          </ac:spMkLst>
        </pc:spChg>
        <pc:spChg chg="add mod">
          <ac:chgData name="Shaun Ratcliff" userId="1720d92ff15e284e" providerId="LiveId" clId="{782A1E08-4343-4DE7-BABB-D7C702D94E7D}" dt="2026-03-07T03:51:18.455" v="7383" actId="1076"/>
          <ac:spMkLst>
            <pc:docMk/>
            <pc:sldMk cId="3391389831" sldId="302"/>
            <ac:spMk id="4" creationId="{4CFD16A8-0645-355E-3E93-1DD37BD3948C}"/>
          </ac:spMkLst>
        </pc:spChg>
        <pc:spChg chg="add mod">
          <ac:chgData name="Shaun Ratcliff" userId="1720d92ff15e284e" providerId="LiveId" clId="{782A1E08-4343-4DE7-BABB-D7C702D94E7D}" dt="2026-03-07T03:54:03.327" v="7497" actId="692"/>
          <ac:spMkLst>
            <pc:docMk/>
            <pc:sldMk cId="3391389831" sldId="302"/>
            <ac:spMk id="8" creationId="{B7DF1063-EA6B-923E-4268-D76F47A5BF27}"/>
          </ac:spMkLst>
        </pc:spChg>
        <pc:picChg chg="add mod">
          <ac:chgData name="Shaun Ratcliff" userId="1720d92ff15e284e" providerId="LiveId" clId="{782A1E08-4343-4DE7-BABB-D7C702D94E7D}" dt="2026-03-06T02:07:25.982" v="6599" actId="14100"/>
          <ac:picMkLst>
            <pc:docMk/>
            <pc:sldMk cId="3391389831" sldId="302"/>
            <ac:picMk id="3" creationId="{58FD31D9-3B17-E6E0-CDE4-296BFA8B7675}"/>
          </ac:picMkLst>
        </pc:picChg>
        <pc:picChg chg="add mod">
          <ac:chgData name="Shaun Ratcliff" userId="1720d92ff15e284e" providerId="LiveId" clId="{782A1E08-4343-4DE7-BABB-D7C702D94E7D}" dt="2026-03-06T02:08:12.817" v="6606" actId="14100"/>
          <ac:picMkLst>
            <pc:docMk/>
            <pc:sldMk cId="3391389831" sldId="302"/>
            <ac:picMk id="5" creationId="{AB824178-5E72-4701-90A2-DB1CD7A89BB8}"/>
          </ac:picMkLst>
        </pc:picChg>
        <pc:cxnChg chg="add mod">
          <ac:chgData name="Shaun Ratcliff" userId="1720d92ff15e284e" providerId="LiveId" clId="{782A1E08-4343-4DE7-BABB-D7C702D94E7D}" dt="2026-03-07T03:53:03.855" v="7391" actId="692"/>
          <ac:cxnSpMkLst>
            <pc:docMk/>
            <pc:sldMk cId="3391389831" sldId="302"/>
            <ac:cxnSpMk id="7" creationId="{2DEF5E63-FB60-6CD3-4048-5335C1AE4D3B}"/>
          </ac:cxnSpMkLst>
        </pc:cxnChg>
        <pc:cxnChg chg="add mod">
          <ac:chgData name="Shaun Ratcliff" userId="1720d92ff15e284e" providerId="LiveId" clId="{782A1E08-4343-4DE7-BABB-D7C702D94E7D}" dt="2026-03-07T03:54:15.921" v="7505" actId="692"/>
          <ac:cxnSpMkLst>
            <pc:docMk/>
            <pc:sldMk cId="3391389831" sldId="302"/>
            <ac:cxnSpMk id="10" creationId="{988DEBFC-656D-24C0-8D6D-244FF56389E2}"/>
          </ac:cxnSpMkLst>
        </pc:cxnChg>
      </pc:sldChg>
      <pc:sldChg chg="addSp modSp new mod">
        <pc:chgData name="Shaun Ratcliff" userId="1720d92ff15e284e" providerId="LiveId" clId="{782A1E08-4343-4DE7-BABB-D7C702D94E7D}" dt="2026-03-06T02:21:50.697" v="6686" actId="14100"/>
        <pc:sldMkLst>
          <pc:docMk/>
          <pc:sldMk cId="868134314" sldId="303"/>
        </pc:sldMkLst>
        <pc:spChg chg="add mod">
          <ac:chgData name="Shaun Ratcliff" userId="1720d92ff15e284e" providerId="LiveId" clId="{782A1E08-4343-4DE7-BABB-D7C702D94E7D}" dt="2026-03-06T02:18:04.971" v="6641" actId="692"/>
          <ac:spMkLst>
            <pc:docMk/>
            <pc:sldMk cId="868134314" sldId="303"/>
            <ac:spMk id="4" creationId="{FD30ACD3-A1D9-BF1D-4EBC-D32D09642FF0}"/>
          </ac:spMkLst>
        </pc:spChg>
        <pc:spChg chg="add mod">
          <ac:chgData name="Shaun Ratcliff" userId="1720d92ff15e284e" providerId="LiveId" clId="{782A1E08-4343-4DE7-BABB-D7C702D94E7D}" dt="2026-03-06T02:21:50.697" v="6686" actId="14100"/>
          <ac:spMkLst>
            <pc:docMk/>
            <pc:sldMk cId="868134314" sldId="303"/>
            <ac:spMk id="7" creationId="{B27A19FF-7FDC-DD3D-254A-C57DFF95A0B5}"/>
          </ac:spMkLst>
        </pc:spChg>
        <pc:picChg chg="add mod">
          <ac:chgData name="Shaun Ratcliff" userId="1720d92ff15e284e" providerId="LiveId" clId="{782A1E08-4343-4DE7-BABB-D7C702D94E7D}" dt="2026-03-06T02:11:18.161" v="6612" actId="1076"/>
          <ac:picMkLst>
            <pc:docMk/>
            <pc:sldMk cId="868134314" sldId="303"/>
            <ac:picMk id="3" creationId="{DA62AE3F-E7D8-32DA-73B0-2EE31C3973E9}"/>
          </ac:picMkLst>
        </pc:picChg>
        <pc:picChg chg="add mod">
          <ac:chgData name="Shaun Ratcliff" userId="1720d92ff15e284e" providerId="LiveId" clId="{782A1E08-4343-4DE7-BABB-D7C702D94E7D}" dt="2026-03-06T02:20:35.209" v="6646" actId="14100"/>
          <ac:picMkLst>
            <pc:docMk/>
            <pc:sldMk cId="868134314" sldId="303"/>
            <ac:picMk id="6" creationId="{E60F5E07-A0C7-438D-DBA7-055958AA4BDB}"/>
          </ac:picMkLst>
        </pc:picChg>
      </pc:sldChg>
      <pc:sldChg chg="addSp modSp new mod">
        <pc:chgData name="Shaun Ratcliff" userId="1720d92ff15e284e" providerId="LiveId" clId="{782A1E08-4343-4DE7-BABB-D7C702D94E7D}" dt="2026-03-07T14:45:26.310" v="8011" actId="692"/>
        <pc:sldMkLst>
          <pc:docMk/>
          <pc:sldMk cId="2374643439" sldId="304"/>
        </pc:sldMkLst>
        <pc:spChg chg="add mod">
          <ac:chgData name="Shaun Ratcliff" userId="1720d92ff15e284e" providerId="LiveId" clId="{782A1E08-4343-4DE7-BABB-D7C702D94E7D}" dt="2026-03-07T14:45:26.310" v="8011" actId="692"/>
          <ac:spMkLst>
            <pc:docMk/>
            <pc:sldMk cId="2374643439" sldId="304"/>
            <ac:spMk id="3" creationId="{F5A5BB1E-6761-D64A-09BF-3A24C1F8E598}"/>
          </ac:spMkLst>
        </pc:spChg>
        <pc:spChg chg="add mod">
          <ac:chgData name="Shaun Ratcliff" userId="1720d92ff15e284e" providerId="LiveId" clId="{782A1E08-4343-4DE7-BABB-D7C702D94E7D}" dt="2026-03-06T02:47:40.391" v="6716" actId="692"/>
          <ac:spMkLst>
            <pc:docMk/>
            <pc:sldMk cId="2374643439" sldId="304"/>
            <ac:spMk id="4" creationId="{389E9018-6345-DC7B-FF68-4FE5A3F4B698}"/>
          </ac:spMkLst>
        </pc:spChg>
      </pc:sldChg>
      <pc:sldChg chg="addSp delSp modSp new mod">
        <pc:chgData name="Shaun Ratcliff" userId="1720d92ff15e284e" providerId="LiveId" clId="{782A1E08-4343-4DE7-BABB-D7C702D94E7D}" dt="2026-03-07T14:44:19.578" v="8001" actId="692"/>
        <pc:sldMkLst>
          <pc:docMk/>
          <pc:sldMk cId="402580081" sldId="305"/>
        </pc:sldMkLst>
        <pc:spChg chg="add mod">
          <ac:chgData name="Shaun Ratcliff" userId="1720d92ff15e284e" providerId="LiveId" clId="{782A1E08-4343-4DE7-BABB-D7C702D94E7D}" dt="2026-03-07T14:35:51.487" v="7791" actId="1076"/>
          <ac:spMkLst>
            <pc:docMk/>
            <pc:sldMk cId="402580081" sldId="305"/>
            <ac:spMk id="6" creationId="{69EC8ED1-5C47-5461-EFC9-90857E9B9996}"/>
          </ac:spMkLst>
        </pc:spChg>
        <pc:spChg chg="add mod">
          <ac:chgData name="Shaun Ratcliff" userId="1720d92ff15e284e" providerId="LiveId" clId="{782A1E08-4343-4DE7-BABB-D7C702D94E7D}" dt="2026-03-07T14:39:08.147" v="7944" actId="1076"/>
          <ac:spMkLst>
            <pc:docMk/>
            <pc:sldMk cId="402580081" sldId="305"/>
            <ac:spMk id="8" creationId="{0D00227F-5EE6-B40A-F9FF-E00B63404D6E}"/>
          </ac:spMkLst>
        </pc:spChg>
        <pc:spChg chg="add mod">
          <ac:chgData name="Shaun Ratcliff" userId="1720d92ff15e284e" providerId="LiveId" clId="{782A1E08-4343-4DE7-BABB-D7C702D94E7D}" dt="2026-03-07T14:37:58.917" v="7887" actId="1076"/>
          <ac:spMkLst>
            <pc:docMk/>
            <pc:sldMk cId="402580081" sldId="305"/>
            <ac:spMk id="9" creationId="{641ACC07-E818-46F6-29B0-39DCF7ED1025}"/>
          </ac:spMkLst>
        </pc:spChg>
        <pc:spChg chg="add mod">
          <ac:chgData name="Shaun Ratcliff" userId="1720d92ff15e284e" providerId="LiveId" clId="{782A1E08-4343-4DE7-BABB-D7C702D94E7D}" dt="2026-03-07T14:41:28.517" v="7960" actId="1076"/>
          <ac:spMkLst>
            <pc:docMk/>
            <pc:sldMk cId="402580081" sldId="305"/>
            <ac:spMk id="10" creationId="{FEFC6405-4E5E-A078-A077-9D1995D66D0D}"/>
          </ac:spMkLst>
        </pc:spChg>
        <pc:spChg chg="add mod">
          <ac:chgData name="Shaun Ratcliff" userId="1720d92ff15e284e" providerId="LiveId" clId="{782A1E08-4343-4DE7-BABB-D7C702D94E7D}" dt="2026-03-07T14:10:35.430" v="7744" actId="1076"/>
          <ac:spMkLst>
            <pc:docMk/>
            <pc:sldMk cId="402580081" sldId="305"/>
            <ac:spMk id="11" creationId="{F2DB51D1-0FC3-DDDA-3D71-2EEC914688DB}"/>
          </ac:spMkLst>
        </pc:spChg>
        <pc:spChg chg="add del mod">
          <ac:chgData name="Shaun Ratcliff" userId="1720d92ff15e284e" providerId="LiveId" clId="{782A1E08-4343-4DE7-BABB-D7C702D94E7D}" dt="2026-03-07T14:38:42.933" v="7943" actId="478"/>
          <ac:spMkLst>
            <pc:docMk/>
            <pc:sldMk cId="402580081" sldId="305"/>
            <ac:spMk id="12" creationId="{3EF5A375-D33F-E99A-6F98-3CF904E149EB}"/>
          </ac:spMkLst>
        </pc:spChg>
        <pc:spChg chg="add mod">
          <ac:chgData name="Shaun Ratcliff" userId="1720d92ff15e284e" providerId="LiveId" clId="{782A1E08-4343-4DE7-BABB-D7C702D94E7D}" dt="2026-03-07T14:44:19.578" v="8001" actId="692"/>
          <ac:spMkLst>
            <pc:docMk/>
            <pc:sldMk cId="402580081" sldId="305"/>
            <ac:spMk id="21" creationId="{414421C3-BC71-ED2C-4349-E8A7F34B93AE}"/>
          </ac:spMkLst>
        </pc:spChg>
        <pc:spChg chg="add mod">
          <ac:chgData name="Shaun Ratcliff" userId="1720d92ff15e284e" providerId="LiveId" clId="{782A1E08-4343-4DE7-BABB-D7C702D94E7D}" dt="2026-03-07T14:12:39.851" v="7760" actId="1076"/>
          <ac:spMkLst>
            <pc:docMk/>
            <pc:sldMk cId="402580081" sldId="305"/>
            <ac:spMk id="24" creationId="{C2F0A88D-947F-C03F-FC8A-6184D689F4C5}"/>
          </ac:spMkLst>
        </pc:spChg>
        <pc:picChg chg="add mod">
          <ac:chgData name="Shaun Ratcliff" userId="1720d92ff15e284e" providerId="LiveId" clId="{782A1E08-4343-4DE7-BABB-D7C702D94E7D}" dt="2026-03-07T14:09:52.103" v="7737" actId="14100"/>
          <ac:picMkLst>
            <pc:docMk/>
            <pc:sldMk cId="402580081" sldId="305"/>
            <ac:picMk id="3" creationId="{8D129E4B-B448-7C94-4BA5-D2EF889AF5E4}"/>
          </ac:picMkLst>
        </pc:picChg>
        <pc:picChg chg="add mod">
          <ac:chgData name="Shaun Ratcliff" userId="1720d92ff15e284e" providerId="LiveId" clId="{782A1E08-4343-4DE7-BABB-D7C702D94E7D}" dt="2026-03-07T14:10:10.136" v="7741" actId="14100"/>
          <ac:picMkLst>
            <pc:docMk/>
            <pc:sldMk cId="402580081" sldId="305"/>
            <ac:picMk id="5" creationId="{2BBCE148-D48E-8EF1-7D17-1928265BB020}"/>
          </ac:picMkLst>
        </pc:picChg>
        <pc:picChg chg="add del mod">
          <ac:chgData name="Shaun Ratcliff" userId="1720d92ff15e284e" providerId="LiveId" clId="{782A1E08-4343-4DE7-BABB-D7C702D94E7D}" dt="2026-03-07T12:40:22.496" v="7512" actId="21"/>
          <ac:picMkLst>
            <pc:docMk/>
            <pc:sldMk cId="402580081" sldId="305"/>
            <ac:picMk id="7" creationId="{2BBCE148-D48E-8EF1-7D17-1928265BB020}"/>
          </ac:picMkLst>
        </pc:picChg>
        <pc:cxnChg chg="add mod">
          <ac:chgData name="Shaun Ratcliff" userId="1720d92ff15e284e" providerId="LiveId" clId="{782A1E08-4343-4DE7-BABB-D7C702D94E7D}" dt="2026-03-07T14:41:22.776" v="7959" actId="692"/>
          <ac:cxnSpMkLst>
            <pc:docMk/>
            <pc:sldMk cId="402580081" sldId="305"/>
            <ac:cxnSpMk id="15" creationId="{8E2A183D-CFBF-38AF-C57E-71260F681CFD}"/>
          </ac:cxnSpMkLst>
        </pc:cxnChg>
        <pc:cxnChg chg="add mod">
          <ac:chgData name="Shaun Ratcliff" userId="1720d92ff15e284e" providerId="LiveId" clId="{782A1E08-4343-4DE7-BABB-D7C702D94E7D}" dt="2026-03-07T14:40:24.526" v="7951" actId="14100"/>
          <ac:cxnSpMkLst>
            <pc:docMk/>
            <pc:sldMk cId="402580081" sldId="305"/>
            <ac:cxnSpMk id="16" creationId="{FAF27149-E657-4E98-2189-F6C07BE6208D}"/>
          </ac:cxnSpMkLst>
        </pc:cxnChg>
        <pc:cxnChg chg="add mod">
          <ac:chgData name="Shaun Ratcliff" userId="1720d92ff15e284e" providerId="LiveId" clId="{782A1E08-4343-4DE7-BABB-D7C702D94E7D}" dt="2026-03-07T14:39:34.109" v="7947" actId="1076"/>
          <ac:cxnSpMkLst>
            <pc:docMk/>
            <pc:sldMk cId="402580081" sldId="305"/>
            <ac:cxnSpMk id="17" creationId="{63B3E3E8-BFDC-96EA-13C6-F1716BF84F06}"/>
          </ac:cxnSpMkLst>
        </pc:cxnChg>
        <pc:cxnChg chg="add mod">
          <ac:chgData name="Shaun Ratcliff" userId="1720d92ff15e284e" providerId="LiveId" clId="{782A1E08-4343-4DE7-BABB-D7C702D94E7D}" dt="2026-03-07T14:13:01.594" v="7765" actId="14100"/>
          <ac:cxnSpMkLst>
            <pc:docMk/>
            <pc:sldMk cId="402580081" sldId="305"/>
            <ac:cxnSpMk id="18" creationId="{8EA1B933-A671-E1B3-6926-D028FC7E8820}"/>
          </ac:cxnSpMkLst>
        </pc:cxnChg>
        <pc:cxnChg chg="add mod">
          <ac:chgData name="Shaun Ratcliff" userId="1720d92ff15e284e" providerId="LiveId" clId="{782A1E08-4343-4DE7-BABB-D7C702D94E7D}" dt="2026-03-07T14:12:12.219" v="7750" actId="1076"/>
          <ac:cxnSpMkLst>
            <pc:docMk/>
            <pc:sldMk cId="402580081" sldId="305"/>
            <ac:cxnSpMk id="19" creationId="{CC0DBE6C-C9F2-6AB8-C9D4-17764A504B1E}"/>
          </ac:cxnSpMkLst>
        </pc:cxnChg>
        <pc:cxnChg chg="add mod">
          <ac:chgData name="Shaun Ratcliff" userId="1720d92ff15e284e" providerId="LiveId" clId="{782A1E08-4343-4DE7-BABB-D7C702D94E7D}" dt="2026-03-07T14:41:39.430" v="7962" actId="1076"/>
          <ac:cxnSpMkLst>
            <pc:docMk/>
            <pc:sldMk cId="402580081" sldId="305"/>
            <ac:cxnSpMk id="20" creationId="{B34B71E7-98A4-3EAA-3851-91D8D6D6DA9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914C-9D21-8F2C-F177-18F4E6461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F40DB-6F07-264E-80B4-FA7DD1E19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8AC81-2823-0EDC-2A78-1158F94E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DCE9-F034-B5D7-5653-AB9AF015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5D149-1E22-1E9C-CCF2-E8730F11E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8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1EBC-9E20-E1CB-8570-95F47514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0EEB0-A073-EFFC-4C76-40381FCC2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B2B75-C4BD-060B-8C64-112A036F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A3C35-39CF-5BBE-CFD2-607C2416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3CAC8-A33B-55A3-917B-B24C28A0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58F7-111C-2DEC-69B0-29FCE79F1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4772A-6A75-4BEF-A59E-2E2A913F4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3E9FB-2438-0B72-CCA6-49125DCC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70539-DDD1-8FA8-B2B5-0D673389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F44A4-0012-66CE-E2CC-C3FCFCEC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4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8A89-0DBA-2084-5D18-A3671A83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ADAA-A3F9-5C06-10F1-1487B8B62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7B0DF-3D22-C89B-5F72-8885B9775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8D337-E69A-F6C4-4306-1019F0A8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4794F-A005-4398-B269-C9520B22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5EEB0-8677-9BF3-8F10-95863CDA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57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50C9-68F3-4A16-1033-33604E9B0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A9E7-7988-C150-F3F1-790D493F5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0FF5A-85D6-EAAA-B99B-67B9DB71F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52F462-21CB-BF0A-CBEE-4FCC0E8E7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BF015D-0E87-6FC3-DDE7-266C82F0C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F5888-99C4-830C-D017-C6980862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21E9F-FCD7-48AF-C83B-AD29B7E1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751D1-C2C0-C5F0-BD90-975AA261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89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B9C7-E6F8-EFBC-C55B-D44798B2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01921-F95F-4608-641B-B8291D1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C403C-CE8F-8368-69FD-6977F14B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FA013-C671-FD16-180A-E42E716E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4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6E5FE-5198-342A-75FB-3763A353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077D3-3531-9922-5AB9-2BC77392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E36DA-8131-E7F4-CCE6-084E9E37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1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379B-2AD6-58B8-4250-FC52A5D0B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F1F71-EB8C-089A-EC60-A8B1188FF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D9FBA-C696-C95B-1BD4-A4533D24F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E56A6-C84B-11F8-4840-CA3C7896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C9580-7B12-3432-A45E-9BDCF4B7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860D5-2197-8EA6-5C23-F31591F0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9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8657-B59B-F6CF-6620-AA52CA91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B5083-B348-BEED-A7A5-8FC825561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5174B-A77E-0178-A0FD-FC888BDD4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72FAA-97E6-3CE1-D3CE-D8FF13E2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3E2ED-B4CC-6F95-5E98-068CCEDA0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029E9-46EF-B268-A97C-D7AAAF82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67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420E-783A-61AD-F4B4-B0D4DFF0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86D0F-A211-6AB6-1993-46D3A221D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8024E-A09C-C7EE-B874-734FF3CD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311DF-EA65-ECD4-91C0-41E3AFAC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5E437-7E01-668D-F174-E3DC4365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7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2CF5C-0F2E-A3A1-9DB6-845FBECAB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C6E5A-6934-360E-6D7C-1450DC10B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2309B-717C-23AF-3821-C952F0FB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38880-81B6-0CDF-631D-54A475A76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FFEB9-569F-5762-54C6-1A50E428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D4E56-5067-8F64-6C97-EA371BCDC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DD6E7-3248-DDE4-AA05-FC0615336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A133C-2A97-DF66-D27B-79FFF5A2A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5BC01-CC93-4B7A-B3C1-CFC5E63441E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64F54-E7ED-CE73-4FD9-331D02981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DF31-F753-437A-85CE-F04D7C035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B595B-572E-4B10-AECC-8E5C02DB4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1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59FA31-7645-24D2-ACF3-E456E00D2FB8}"/>
              </a:ext>
            </a:extLst>
          </p:cNvPr>
          <p:cNvSpPr txBox="1"/>
          <p:nvPr/>
        </p:nvSpPr>
        <p:spPr>
          <a:xfrm>
            <a:off x="3923071" y="983226"/>
            <a:ext cx="441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2</a:t>
            </a:r>
          </a:p>
        </p:txBody>
      </p:sp>
    </p:spTree>
    <p:extLst>
      <p:ext uri="{BB962C8B-B14F-4D97-AF65-F5344CB8AC3E}">
        <p14:creationId xmlns:p14="http://schemas.microsoft.com/office/powerpoint/2010/main" val="416562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B1611B-D8A7-A850-FAAE-C91B8B999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63" y="424841"/>
            <a:ext cx="5220429" cy="57920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EA3B13-34D5-1CD6-A74D-1547ED089C6E}"/>
              </a:ext>
            </a:extLst>
          </p:cNvPr>
          <p:cNvSpPr txBox="1"/>
          <p:nvPr/>
        </p:nvSpPr>
        <p:spPr>
          <a:xfrm>
            <a:off x="5683044" y="415560"/>
            <a:ext cx="3637936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Created a new folder for my project.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BB0EA5-F6F7-F8DA-DA2C-80E256EF43DB}"/>
              </a:ext>
            </a:extLst>
          </p:cNvPr>
          <p:cNvCxnSpPr/>
          <p:nvPr/>
        </p:nvCxnSpPr>
        <p:spPr>
          <a:xfrm flipH="1">
            <a:off x="2654710" y="615138"/>
            <a:ext cx="3028335" cy="4270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FC0D989-AB61-9B0C-2EBE-7EE7A056ABD1}"/>
              </a:ext>
            </a:extLst>
          </p:cNvPr>
          <p:cNvSpPr txBox="1"/>
          <p:nvPr/>
        </p:nvSpPr>
        <p:spPr>
          <a:xfrm>
            <a:off x="5683044" y="1032014"/>
            <a:ext cx="3637936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Created a local Git Repository.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A9AC6-AE23-A249-57CD-03CD5E73ABD0}"/>
              </a:ext>
            </a:extLst>
          </p:cNvPr>
          <p:cNvSpPr txBox="1"/>
          <p:nvPr/>
        </p:nvSpPr>
        <p:spPr>
          <a:xfrm>
            <a:off x="5683044" y="1608739"/>
            <a:ext cx="3637936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Created a .</a:t>
            </a:r>
            <a:r>
              <a:rPr lang="en-US" sz="1200" dirty="0" err="1"/>
              <a:t>gitignore</a:t>
            </a:r>
            <a:r>
              <a:rPr lang="en-US" sz="1200" dirty="0"/>
              <a:t>  file to show which files to ignore.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F17123-281D-94D3-0E6E-3EC2FA789F1B}"/>
              </a:ext>
            </a:extLst>
          </p:cNvPr>
          <p:cNvSpPr txBox="1"/>
          <p:nvPr/>
        </p:nvSpPr>
        <p:spPr>
          <a:xfrm>
            <a:off x="10333704" y="1608739"/>
            <a:ext cx="172556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Nano text editor</a:t>
            </a:r>
          </a:p>
          <a:p>
            <a:r>
              <a:rPr lang="en-US" sz="1200" dirty="0"/>
              <a:t>.</a:t>
            </a:r>
            <a:r>
              <a:rPr lang="en-US" sz="1200" dirty="0" err="1"/>
              <a:t>DS_Store</a:t>
            </a:r>
            <a:endParaRPr lang="en-US" sz="1200" dirty="0"/>
          </a:p>
          <a:p>
            <a:r>
              <a:rPr lang="en-US" sz="1200" dirty="0" err="1"/>
              <a:t>Thumbs.db</a:t>
            </a:r>
            <a:endParaRPr lang="en-US" sz="1200" dirty="0"/>
          </a:p>
          <a:p>
            <a:r>
              <a:rPr lang="en-US" sz="1200" dirty="0"/>
              <a:t>*.log</a:t>
            </a:r>
          </a:p>
          <a:p>
            <a:r>
              <a:rPr lang="en-US" sz="1200" dirty="0"/>
              <a:t>*.</a:t>
            </a:r>
            <a:r>
              <a:rPr lang="en-US" sz="1200" dirty="0" err="1"/>
              <a:t>tmp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D8BFD-4283-E889-4CDB-136770F6F281}"/>
              </a:ext>
            </a:extLst>
          </p:cNvPr>
          <p:cNvSpPr txBox="1"/>
          <p:nvPr/>
        </p:nvSpPr>
        <p:spPr>
          <a:xfrm>
            <a:off x="5683044" y="2603017"/>
            <a:ext cx="3637936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Staged before the commit.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ACE9F-F5FF-C552-A288-6DCBC30F03F3}"/>
              </a:ext>
            </a:extLst>
          </p:cNvPr>
          <p:cNvSpPr txBox="1"/>
          <p:nvPr/>
        </p:nvSpPr>
        <p:spPr>
          <a:xfrm>
            <a:off x="5683044" y="3214086"/>
            <a:ext cx="3637936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First commit.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27DF53-A4F8-D026-B180-A63D3AAAF077}"/>
              </a:ext>
            </a:extLst>
          </p:cNvPr>
          <p:cNvCxnSpPr/>
          <p:nvPr/>
        </p:nvCxnSpPr>
        <p:spPr>
          <a:xfrm flipH="1">
            <a:off x="2654709" y="1276046"/>
            <a:ext cx="3028335" cy="4270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450A45-75BC-CDB8-9702-3E609AE685E1}"/>
              </a:ext>
            </a:extLst>
          </p:cNvPr>
          <p:cNvCxnSpPr/>
          <p:nvPr/>
        </p:nvCxnSpPr>
        <p:spPr>
          <a:xfrm flipH="1">
            <a:off x="2654709" y="1931904"/>
            <a:ext cx="3028335" cy="4270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4B7533-8AD9-0D80-6089-8E93CD11332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320980" y="1839572"/>
            <a:ext cx="1017640" cy="923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E61E95-8F68-00CB-5CBE-105C1ACBA8C2}"/>
              </a:ext>
            </a:extLst>
          </p:cNvPr>
          <p:cNvCxnSpPr>
            <a:cxnSpLocks/>
          </p:cNvCxnSpPr>
          <p:nvPr/>
        </p:nvCxnSpPr>
        <p:spPr>
          <a:xfrm flipH="1">
            <a:off x="1681316" y="2603017"/>
            <a:ext cx="4001728" cy="103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9925DC-7590-7637-4D26-79679FF8F3E3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2821858" y="2900516"/>
            <a:ext cx="2861186" cy="452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0B44D3D-CBC6-D93E-A768-8D8B3ECC93FB}"/>
              </a:ext>
            </a:extLst>
          </p:cNvPr>
          <p:cNvSpPr txBox="1"/>
          <p:nvPr/>
        </p:nvSpPr>
        <p:spPr>
          <a:xfrm>
            <a:off x="5683044" y="3802281"/>
            <a:ext cx="3637936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Created README file and notes file.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0E577F-094E-84D5-1D29-0F2A8DB24DFC}"/>
              </a:ext>
            </a:extLst>
          </p:cNvPr>
          <p:cNvSpPr txBox="1"/>
          <p:nvPr/>
        </p:nvSpPr>
        <p:spPr>
          <a:xfrm>
            <a:off x="5683044" y="4300655"/>
            <a:ext cx="3637936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Staged the files that were created.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06EAF6-3D54-E7F7-1D40-9912E9581DF5}"/>
              </a:ext>
            </a:extLst>
          </p:cNvPr>
          <p:cNvSpPr txBox="1"/>
          <p:nvPr/>
        </p:nvSpPr>
        <p:spPr>
          <a:xfrm>
            <a:off x="5683044" y="4829284"/>
            <a:ext cx="3637936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Committed the files.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72814F-D89E-4A02-DF12-8CDD232D681B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3569110" y="3940780"/>
            <a:ext cx="2113934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DD737F-3043-83B4-96C8-B72BA0340D46}"/>
              </a:ext>
            </a:extLst>
          </p:cNvPr>
          <p:cNvCxnSpPr>
            <a:cxnSpLocks/>
          </p:cNvCxnSpPr>
          <p:nvPr/>
        </p:nvCxnSpPr>
        <p:spPr>
          <a:xfrm flipH="1">
            <a:off x="2389239" y="4414463"/>
            <a:ext cx="3293805" cy="246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92ED2D3-903D-23A5-29A1-2C23F6735F2D}"/>
              </a:ext>
            </a:extLst>
          </p:cNvPr>
          <p:cNvCxnSpPr>
            <a:stCxn id="24" idx="1"/>
          </p:cNvCxnSpPr>
          <p:nvPr/>
        </p:nvCxnSpPr>
        <p:spPr>
          <a:xfrm flipH="1" flipV="1">
            <a:off x="3057832" y="4577654"/>
            <a:ext cx="2625212" cy="3901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E7AE8119-E513-34E0-271F-E65545B5C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855128"/>
            <a:ext cx="2257740" cy="1714739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333C65-D8AC-4EE2-6A27-FA0E7144E12A}"/>
              </a:ext>
            </a:extLst>
          </p:cNvPr>
          <p:cNvCxnSpPr>
            <a:endCxn id="32" idx="0"/>
          </p:cNvCxnSpPr>
          <p:nvPr/>
        </p:nvCxnSpPr>
        <p:spPr>
          <a:xfrm>
            <a:off x="10958670" y="2624402"/>
            <a:ext cx="0" cy="2307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5B78BC3-058E-ECC4-183B-282D064FA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63" y="5757433"/>
            <a:ext cx="3620005" cy="4667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CE6BC5-4B07-30ED-692F-BF7189DC8B27}"/>
              </a:ext>
            </a:extLst>
          </p:cNvPr>
          <p:cNvSpPr txBox="1"/>
          <p:nvPr/>
        </p:nvSpPr>
        <p:spPr>
          <a:xfrm>
            <a:off x="5559892" y="5489756"/>
            <a:ext cx="4146756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Used to check if my .</a:t>
            </a:r>
            <a:r>
              <a:rPr lang="en-US" sz="1200" dirty="0" err="1"/>
              <a:t>gitignore</a:t>
            </a:r>
            <a:r>
              <a:rPr lang="en-US" sz="1200" dirty="0"/>
              <a:t> files are in nano.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E7426E-602D-FB53-0735-93BDD44C00F1}"/>
              </a:ext>
            </a:extLst>
          </p:cNvPr>
          <p:cNvCxnSpPr/>
          <p:nvPr/>
        </p:nvCxnSpPr>
        <p:spPr>
          <a:xfrm flipH="1">
            <a:off x="1582994" y="5489756"/>
            <a:ext cx="3976898" cy="5010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04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C071FA-62B9-6968-815B-FB620445C570}"/>
              </a:ext>
            </a:extLst>
          </p:cNvPr>
          <p:cNvSpPr txBox="1"/>
          <p:nvPr/>
        </p:nvSpPr>
        <p:spPr>
          <a:xfrm>
            <a:off x="3313471" y="1415845"/>
            <a:ext cx="35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4</a:t>
            </a:r>
          </a:p>
        </p:txBody>
      </p:sp>
    </p:spTree>
    <p:extLst>
      <p:ext uri="{BB962C8B-B14F-4D97-AF65-F5344CB8AC3E}">
        <p14:creationId xmlns:p14="http://schemas.microsoft.com/office/powerpoint/2010/main" val="231243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73067-8017-228B-73FE-B6B15C47E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91" y="526648"/>
            <a:ext cx="4915586" cy="4525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652E08-56A3-E3A0-A127-935624798ABB}"/>
              </a:ext>
            </a:extLst>
          </p:cNvPr>
          <p:cNvSpPr txBox="1"/>
          <p:nvPr/>
        </p:nvSpPr>
        <p:spPr>
          <a:xfrm>
            <a:off x="3657600" y="157316"/>
            <a:ext cx="330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Linking my repository locally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59213-2A11-E969-AF08-7195B7A25B60}"/>
              </a:ext>
            </a:extLst>
          </p:cNvPr>
          <p:cNvSpPr txBox="1"/>
          <p:nvPr/>
        </p:nvSpPr>
        <p:spPr>
          <a:xfrm>
            <a:off x="5407743" y="825910"/>
            <a:ext cx="243840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Created a local folder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087284-C409-36B0-6BF3-23984C2B1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1" y="5051654"/>
            <a:ext cx="4915586" cy="1695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8D5165-9C82-718E-113E-7290745F6A96}"/>
              </a:ext>
            </a:extLst>
          </p:cNvPr>
          <p:cNvSpPr txBox="1"/>
          <p:nvPr/>
        </p:nvSpPr>
        <p:spPr>
          <a:xfrm>
            <a:off x="5525728" y="5897370"/>
            <a:ext cx="491558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the remote connection is working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6D6E9-DCE2-A2A3-88FE-9DF9CB7FA65B}"/>
              </a:ext>
            </a:extLst>
          </p:cNvPr>
          <p:cNvSpPr txBox="1"/>
          <p:nvPr/>
        </p:nvSpPr>
        <p:spPr>
          <a:xfrm>
            <a:off x="5683046" y="3361640"/>
            <a:ext cx="365760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Initialized a Git repo inside of it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21B5C4-E9B3-8BF1-E85D-FE6EFE9050FF}"/>
              </a:ext>
            </a:extLst>
          </p:cNvPr>
          <p:cNvCxnSpPr>
            <a:stCxn id="7" idx="1"/>
          </p:cNvCxnSpPr>
          <p:nvPr/>
        </p:nvCxnSpPr>
        <p:spPr>
          <a:xfrm flipH="1">
            <a:off x="4021394" y="1010576"/>
            <a:ext cx="1386349" cy="7297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35669D-E1BD-E6DA-AF45-754A1A0A1CA9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3470787" y="3546306"/>
            <a:ext cx="2212259" cy="36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5A241E-0F68-4D76-15D4-CAE51CE2A953}"/>
              </a:ext>
            </a:extLst>
          </p:cNvPr>
          <p:cNvCxnSpPr>
            <a:cxnSpLocks/>
          </p:cNvCxnSpPr>
          <p:nvPr/>
        </p:nvCxnSpPr>
        <p:spPr>
          <a:xfrm flipH="1">
            <a:off x="4463845" y="5988488"/>
            <a:ext cx="1061883" cy="890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28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DCBB3F-7CFF-069C-1DF8-252C4BB4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63" y="167147"/>
            <a:ext cx="6906589" cy="6567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5E8BC1-7F8E-DBA0-D889-07930726F950}"/>
              </a:ext>
            </a:extLst>
          </p:cNvPr>
          <p:cNvSpPr txBox="1"/>
          <p:nvPr/>
        </p:nvSpPr>
        <p:spPr>
          <a:xfrm>
            <a:off x="7629831" y="251797"/>
            <a:ext cx="316598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Modifying a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09099-CBB8-9144-C58B-FD7265E8FFAB}"/>
              </a:ext>
            </a:extLst>
          </p:cNvPr>
          <p:cNvSpPr txBox="1"/>
          <p:nvPr/>
        </p:nvSpPr>
        <p:spPr>
          <a:xfrm>
            <a:off x="7629831" y="988142"/>
            <a:ext cx="377067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Created a file that is staged </a:t>
            </a:r>
            <a:r>
              <a:rPr lang="en-US" dirty="0">
                <a:solidFill>
                  <a:srgbClr val="FF0000"/>
                </a:solidFill>
              </a:rPr>
              <a:t>(In Red)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DAD65-7C89-7D39-5C7E-F5C39AEC7D17}"/>
              </a:ext>
            </a:extLst>
          </p:cNvPr>
          <p:cNvSpPr txBox="1"/>
          <p:nvPr/>
        </p:nvSpPr>
        <p:spPr>
          <a:xfrm>
            <a:off x="7782231" y="2023636"/>
            <a:ext cx="316598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Changes to be committed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8AC22-3378-3DCC-1CB5-477FEFE71225}"/>
              </a:ext>
            </a:extLst>
          </p:cNvPr>
          <p:cNvSpPr txBox="1"/>
          <p:nvPr/>
        </p:nvSpPr>
        <p:spPr>
          <a:xfrm>
            <a:off x="7629831" y="3266455"/>
            <a:ext cx="402139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Changes to be committed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(In Green)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86E583-D7B7-0986-E232-0810D91E8E51}"/>
              </a:ext>
            </a:extLst>
          </p:cNvPr>
          <p:cNvSpPr txBox="1"/>
          <p:nvPr/>
        </p:nvSpPr>
        <p:spPr>
          <a:xfrm>
            <a:off x="7644578" y="4441410"/>
            <a:ext cx="225650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Committing the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64CC0-B889-8745-56FB-DC03D454E690}"/>
              </a:ext>
            </a:extLst>
          </p:cNvPr>
          <p:cNvSpPr txBox="1"/>
          <p:nvPr/>
        </p:nvSpPr>
        <p:spPr>
          <a:xfrm>
            <a:off x="7693739" y="5544768"/>
            <a:ext cx="225650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Files committed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5D41A6-C1DC-C4AF-9760-D93050C94901}"/>
              </a:ext>
            </a:extLst>
          </p:cNvPr>
          <p:cNvCxnSpPr>
            <a:stCxn id="5" idx="1"/>
          </p:cNvCxnSpPr>
          <p:nvPr/>
        </p:nvCxnSpPr>
        <p:spPr>
          <a:xfrm flipH="1">
            <a:off x="3962400" y="436463"/>
            <a:ext cx="3667431" cy="453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B3C19D-B622-AAEE-D575-21D03429EB08}"/>
              </a:ext>
            </a:extLst>
          </p:cNvPr>
          <p:cNvCxnSpPr>
            <a:cxnSpLocks/>
          </p:cNvCxnSpPr>
          <p:nvPr/>
        </p:nvCxnSpPr>
        <p:spPr>
          <a:xfrm flipH="1">
            <a:off x="3824748" y="1158092"/>
            <a:ext cx="3805082" cy="3335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9F45F2-1C3D-06D9-2BDA-7BB0974DA7AD}"/>
              </a:ext>
            </a:extLst>
          </p:cNvPr>
          <p:cNvCxnSpPr>
            <a:cxnSpLocks/>
          </p:cNvCxnSpPr>
          <p:nvPr/>
        </p:nvCxnSpPr>
        <p:spPr>
          <a:xfrm flipH="1">
            <a:off x="4114800" y="2177363"/>
            <a:ext cx="3667431" cy="2922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9D1227-1D19-A06D-FFF5-7F54FB39700E}"/>
              </a:ext>
            </a:extLst>
          </p:cNvPr>
          <p:cNvCxnSpPr>
            <a:cxnSpLocks/>
          </p:cNvCxnSpPr>
          <p:nvPr/>
        </p:nvCxnSpPr>
        <p:spPr>
          <a:xfrm flipH="1">
            <a:off x="3215148" y="3469019"/>
            <a:ext cx="4414682" cy="1184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826124-E4CE-F270-5BC5-3F7ED6A7BC42}"/>
              </a:ext>
            </a:extLst>
          </p:cNvPr>
          <p:cNvCxnSpPr/>
          <p:nvPr/>
        </p:nvCxnSpPr>
        <p:spPr>
          <a:xfrm flipH="1">
            <a:off x="3962400" y="4645628"/>
            <a:ext cx="3667431" cy="453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451581-24A4-87B7-BD2E-2638509839A2}"/>
              </a:ext>
            </a:extLst>
          </p:cNvPr>
          <p:cNvCxnSpPr/>
          <p:nvPr/>
        </p:nvCxnSpPr>
        <p:spPr>
          <a:xfrm flipH="1">
            <a:off x="4026308" y="5706775"/>
            <a:ext cx="3667431" cy="453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5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E224E-39E0-2707-8A14-F5E4975ED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15" y="271672"/>
            <a:ext cx="4953691" cy="34449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C8088E-1036-BC1B-1006-582E9FF33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8" y="3237290"/>
            <a:ext cx="5889522" cy="3349038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9CB1DC-0FE4-6C98-C71B-FA4636174F8E}"/>
              </a:ext>
            </a:extLst>
          </p:cNvPr>
          <p:cNvSpPr txBox="1"/>
          <p:nvPr/>
        </p:nvSpPr>
        <p:spPr>
          <a:xfrm>
            <a:off x="7089058" y="4198374"/>
            <a:ext cx="202544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File in my repo.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11EFD-3FD7-31E4-408B-0A22819F317D}"/>
              </a:ext>
            </a:extLst>
          </p:cNvPr>
          <p:cNvSpPr txBox="1"/>
          <p:nvPr/>
        </p:nvSpPr>
        <p:spPr>
          <a:xfrm>
            <a:off x="5910073" y="388374"/>
            <a:ext cx="2025445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 commit anything new.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87F17-7973-1AE2-B624-EA140FAD8690}"/>
              </a:ext>
            </a:extLst>
          </p:cNvPr>
          <p:cNvSpPr txBox="1"/>
          <p:nvPr/>
        </p:nvSpPr>
        <p:spPr>
          <a:xfrm>
            <a:off x="6096000" y="2317975"/>
            <a:ext cx="202544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Pushed to my repo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76DDA3-494C-37AD-A9B5-EB7501109E59}"/>
              </a:ext>
            </a:extLst>
          </p:cNvPr>
          <p:cNvCxnSpPr/>
          <p:nvPr/>
        </p:nvCxnSpPr>
        <p:spPr>
          <a:xfrm flipH="1">
            <a:off x="3048000" y="501445"/>
            <a:ext cx="2862073" cy="786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C30D6D-7E5F-DEB5-429B-B197803C73EB}"/>
              </a:ext>
            </a:extLst>
          </p:cNvPr>
          <p:cNvCxnSpPr/>
          <p:nvPr/>
        </p:nvCxnSpPr>
        <p:spPr>
          <a:xfrm flipH="1">
            <a:off x="3233927" y="2390914"/>
            <a:ext cx="2862073" cy="786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814E47-CC69-28C9-5EA6-E7ACDA092165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30456" y="4383040"/>
            <a:ext cx="3358602" cy="4741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25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39CEA6-C377-B7A4-500B-142E8FC6C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5" y="639097"/>
            <a:ext cx="7335274" cy="36390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5707A0-C5E9-D0EB-E632-3D53AE96C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16" y="4774229"/>
            <a:ext cx="7453056" cy="14194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3A4ED-ABD4-B0BA-2797-973B8A32EA33}"/>
              </a:ext>
            </a:extLst>
          </p:cNvPr>
          <p:cNvSpPr txBox="1"/>
          <p:nvPr/>
        </p:nvSpPr>
        <p:spPr>
          <a:xfrm>
            <a:off x="127615" y="85099"/>
            <a:ext cx="484238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 a README in the wrong branch “demo”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12CB86-0E77-DCD9-FD99-F7AEDDE65EB6}"/>
              </a:ext>
            </a:extLst>
          </p:cNvPr>
          <p:cNvSpPr txBox="1"/>
          <p:nvPr/>
        </p:nvSpPr>
        <p:spPr>
          <a:xfrm>
            <a:off x="7914968" y="454431"/>
            <a:ext cx="285135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 a new file with “touch”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41BED-10C6-4E8B-6AA1-6EAFC1B10EAA}"/>
              </a:ext>
            </a:extLst>
          </p:cNvPr>
          <p:cNvSpPr txBox="1"/>
          <p:nvPr/>
        </p:nvSpPr>
        <p:spPr>
          <a:xfrm>
            <a:off x="7914968" y="1108276"/>
            <a:ext cx="198611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Text editor “nano”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2501E2-C13B-DB2C-E032-FAF105E3B902}"/>
              </a:ext>
            </a:extLst>
          </p:cNvPr>
          <p:cNvSpPr txBox="1"/>
          <p:nvPr/>
        </p:nvSpPr>
        <p:spPr>
          <a:xfrm>
            <a:off x="7914968" y="1885025"/>
            <a:ext cx="218276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Stage the README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1C477-0609-8793-63C5-00D586C1DA3B}"/>
              </a:ext>
            </a:extLst>
          </p:cNvPr>
          <p:cNvSpPr txBox="1"/>
          <p:nvPr/>
        </p:nvSpPr>
        <p:spPr>
          <a:xfrm>
            <a:off x="7914968" y="3681871"/>
            <a:ext cx="198611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 to GitHub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8EA5D-F1F3-1C81-DFE7-0BA9EF8B8AE9}"/>
              </a:ext>
            </a:extLst>
          </p:cNvPr>
          <p:cNvSpPr txBox="1"/>
          <p:nvPr/>
        </p:nvSpPr>
        <p:spPr>
          <a:xfrm>
            <a:off x="7914968" y="2656545"/>
            <a:ext cx="236957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 the README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CE834-777A-9D47-E42A-8832773A2102}"/>
              </a:ext>
            </a:extLst>
          </p:cNvPr>
          <p:cNvSpPr txBox="1"/>
          <p:nvPr/>
        </p:nvSpPr>
        <p:spPr>
          <a:xfrm>
            <a:off x="7914968" y="5006766"/>
            <a:ext cx="285135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README file in “nano””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D32DB6-EBAB-048A-27B7-3F05F41B2A1A}"/>
              </a:ext>
            </a:extLst>
          </p:cNvPr>
          <p:cNvCxnSpPr>
            <a:stCxn id="7" idx="1"/>
          </p:cNvCxnSpPr>
          <p:nvPr/>
        </p:nvCxnSpPr>
        <p:spPr>
          <a:xfrm flipH="1">
            <a:off x="3559277" y="639097"/>
            <a:ext cx="4355691" cy="2851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956872-FD1E-AD48-2709-EA8B1F8AF56D}"/>
              </a:ext>
            </a:extLst>
          </p:cNvPr>
          <p:cNvCxnSpPr>
            <a:cxnSpLocks/>
          </p:cNvCxnSpPr>
          <p:nvPr/>
        </p:nvCxnSpPr>
        <p:spPr>
          <a:xfrm flipH="1">
            <a:off x="3559277" y="1222685"/>
            <a:ext cx="4355690" cy="853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D5FBEF-E216-3E69-57FB-D902CC323C6E}"/>
              </a:ext>
            </a:extLst>
          </p:cNvPr>
          <p:cNvCxnSpPr>
            <a:cxnSpLocks/>
          </p:cNvCxnSpPr>
          <p:nvPr/>
        </p:nvCxnSpPr>
        <p:spPr>
          <a:xfrm flipH="1" flipV="1">
            <a:off x="3451123" y="1685006"/>
            <a:ext cx="4463845" cy="271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585E62-145E-5565-B1C7-DFB1E5DB5C46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559277" y="2369261"/>
            <a:ext cx="4355691" cy="4719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13CF93-D5D0-5EA9-8A54-355669D4C709}"/>
              </a:ext>
            </a:extLst>
          </p:cNvPr>
          <p:cNvCxnSpPr>
            <a:cxnSpLocks/>
          </p:cNvCxnSpPr>
          <p:nvPr/>
        </p:nvCxnSpPr>
        <p:spPr>
          <a:xfrm flipH="1" flipV="1">
            <a:off x="2753032" y="3209920"/>
            <a:ext cx="5161936" cy="6059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B247FF-6971-0144-587E-681E663B7EAC}"/>
              </a:ext>
            </a:extLst>
          </p:cNvPr>
          <p:cNvCxnSpPr>
            <a:cxnSpLocks/>
          </p:cNvCxnSpPr>
          <p:nvPr/>
        </p:nvCxnSpPr>
        <p:spPr>
          <a:xfrm flipH="1">
            <a:off x="6095899" y="5191432"/>
            <a:ext cx="1819069" cy="1109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1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262D6C-AB95-FB6B-6255-C68EA5F551D5}"/>
              </a:ext>
            </a:extLst>
          </p:cNvPr>
          <p:cNvSpPr txBox="1"/>
          <p:nvPr/>
        </p:nvSpPr>
        <p:spPr>
          <a:xfrm>
            <a:off x="2750049" y="62043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Create a scenario to create a pull request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9B789-E04B-39C0-33F7-BFDEE6864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08" y="681257"/>
            <a:ext cx="10659963" cy="1247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8094F1-BA95-6B7A-ECB5-5F9E8E72A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98" y="2290917"/>
            <a:ext cx="9700225" cy="4496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463D9C-DB4E-AE17-A5D1-8B8801C2F96E}"/>
              </a:ext>
            </a:extLst>
          </p:cNvPr>
          <p:cNvSpPr txBox="1"/>
          <p:nvPr/>
        </p:nvSpPr>
        <p:spPr>
          <a:xfrm>
            <a:off x="4011562" y="98323"/>
            <a:ext cx="3097162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Pull Request for README.md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C212F8-48D8-75DF-9C4A-9F5193575497}"/>
              </a:ext>
            </a:extLst>
          </p:cNvPr>
          <p:cNvSpPr/>
          <p:nvPr/>
        </p:nvSpPr>
        <p:spPr>
          <a:xfrm>
            <a:off x="7315200" y="1219200"/>
            <a:ext cx="2153265" cy="858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DAEBEF-3C20-97B6-E5E9-A142FCA0A8F9}"/>
              </a:ext>
            </a:extLst>
          </p:cNvPr>
          <p:cNvSpPr/>
          <p:nvPr/>
        </p:nvSpPr>
        <p:spPr>
          <a:xfrm>
            <a:off x="8365318" y="5928699"/>
            <a:ext cx="2153265" cy="858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75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80B09-16B5-15DC-8DBE-F92C05F80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05" y="219567"/>
            <a:ext cx="11414589" cy="64188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C0E4BE-39D2-1A4F-4B9B-5E2D412A4FC8}"/>
              </a:ext>
            </a:extLst>
          </p:cNvPr>
          <p:cNvSpPr/>
          <p:nvPr/>
        </p:nvSpPr>
        <p:spPr>
          <a:xfrm>
            <a:off x="3146323" y="5938684"/>
            <a:ext cx="1681316" cy="6997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9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524C6BC-18EF-6E3B-B476-7D68BFF4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" y="727586"/>
            <a:ext cx="11867535" cy="24138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DE2F6F-ABA1-0A8D-2F63-33F229227930}"/>
              </a:ext>
            </a:extLst>
          </p:cNvPr>
          <p:cNvSpPr txBox="1"/>
          <p:nvPr/>
        </p:nvSpPr>
        <p:spPr>
          <a:xfrm>
            <a:off x="5024283" y="167148"/>
            <a:ext cx="234991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Creating a Milestone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D485E-6D51-8B9C-AF94-E9D089DA2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2" y="3442871"/>
            <a:ext cx="11867535" cy="268754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8D1DEE-01DA-7B33-4D5E-362FEF46F5EA}"/>
              </a:ext>
            </a:extLst>
          </p:cNvPr>
          <p:cNvSpPr/>
          <p:nvPr/>
        </p:nvSpPr>
        <p:spPr>
          <a:xfrm>
            <a:off x="766916" y="1081548"/>
            <a:ext cx="806245" cy="275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6BE7AD-9074-B73A-05D9-AAC1C4884D05}"/>
              </a:ext>
            </a:extLst>
          </p:cNvPr>
          <p:cNvSpPr/>
          <p:nvPr/>
        </p:nvSpPr>
        <p:spPr>
          <a:xfrm>
            <a:off x="10028903" y="1533832"/>
            <a:ext cx="953729" cy="275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15509D-5116-9DFB-01BA-1D4AB8105CC1}"/>
              </a:ext>
            </a:extLst>
          </p:cNvPr>
          <p:cNvSpPr/>
          <p:nvPr/>
        </p:nvSpPr>
        <p:spPr>
          <a:xfrm>
            <a:off x="10825316" y="4222954"/>
            <a:ext cx="1002890" cy="275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43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B99156-8655-04C4-83DF-AB0D27851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637436"/>
            <a:ext cx="10802858" cy="55831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7886D3-56E3-B262-1BDA-D2FABA7EBBA7}"/>
              </a:ext>
            </a:extLst>
          </p:cNvPr>
          <p:cNvSpPr/>
          <p:nvPr/>
        </p:nvSpPr>
        <p:spPr>
          <a:xfrm>
            <a:off x="9871587" y="5565057"/>
            <a:ext cx="1356852" cy="3342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429B0-691B-8675-F3B7-E2DF51ED213F}"/>
              </a:ext>
            </a:extLst>
          </p:cNvPr>
          <p:cNvSpPr txBox="1"/>
          <p:nvPr/>
        </p:nvSpPr>
        <p:spPr>
          <a:xfrm>
            <a:off x="924232" y="1946787"/>
            <a:ext cx="2595716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 a title</a:t>
            </a:r>
          </a:p>
          <a:p>
            <a:r>
              <a:rPr lang="en-US" dirty="0"/>
              <a:t>Give a Due Date</a:t>
            </a:r>
          </a:p>
          <a:p>
            <a:r>
              <a:rPr lang="en-US" dirty="0"/>
              <a:t>Add a Description</a:t>
            </a:r>
          </a:p>
          <a:p>
            <a:r>
              <a:rPr lang="en-US" dirty="0"/>
              <a:t>Click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</a:t>
            </a:r>
            <a:r>
              <a:rPr lang="en-US" dirty="0"/>
              <a:t> Create milestone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9E8EB-2B28-9B74-1A2D-E1BD112A2820}"/>
              </a:ext>
            </a:extLst>
          </p:cNvPr>
          <p:cNvSpPr/>
          <p:nvPr/>
        </p:nvSpPr>
        <p:spPr>
          <a:xfrm>
            <a:off x="3755923" y="2526890"/>
            <a:ext cx="7620000" cy="5497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413175-DE2A-361A-9259-E5F2BE5A91BA}"/>
              </a:ext>
            </a:extLst>
          </p:cNvPr>
          <p:cNvSpPr/>
          <p:nvPr/>
        </p:nvSpPr>
        <p:spPr>
          <a:xfrm>
            <a:off x="3755923" y="3134033"/>
            <a:ext cx="7620000" cy="7275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1FEE48-5258-9C1B-61B1-5D16FCB9E0CD}"/>
              </a:ext>
            </a:extLst>
          </p:cNvPr>
          <p:cNvSpPr/>
          <p:nvPr/>
        </p:nvSpPr>
        <p:spPr>
          <a:xfrm>
            <a:off x="3755923" y="3918986"/>
            <a:ext cx="7620000" cy="14814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84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FA587-A4E9-1D8F-F2DB-95242343E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66" y="907555"/>
            <a:ext cx="9892468" cy="31236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BB00F5-23FA-14AC-FBEE-B727F7A35B2D}"/>
              </a:ext>
            </a:extLst>
          </p:cNvPr>
          <p:cNvSpPr txBox="1"/>
          <p:nvPr/>
        </p:nvSpPr>
        <p:spPr>
          <a:xfrm>
            <a:off x="5034116" y="176980"/>
            <a:ext cx="212376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Creating an issue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EC468-AE1E-D503-34B0-A5986213FF67}"/>
              </a:ext>
            </a:extLst>
          </p:cNvPr>
          <p:cNvSpPr/>
          <p:nvPr/>
        </p:nvSpPr>
        <p:spPr>
          <a:xfrm>
            <a:off x="1582994" y="1337188"/>
            <a:ext cx="530941" cy="3539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93119E-2B73-582E-EC2F-B8B448CB0506}"/>
              </a:ext>
            </a:extLst>
          </p:cNvPr>
          <p:cNvSpPr/>
          <p:nvPr/>
        </p:nvSpPr>
        <p:spPr>
          <a:xfrm>
            <a:off x="8775291" y="1853380"/>
            <a:ext cx="530941" cy="3539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C450C-0ECD-E5F6-7B28-764C16CA55E7}"/>
              </a:ext>
            </a:extLst>
          </p:cNvPr>
          <p:cNvSpPr txBox="1"/>
          <p:nvPr/>
        </p:nvSpPr>
        <p:spPr>
          <a:xfrm>
            <a:off x="1149766" y="4395019"/>
            <a:ext cx="3815524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issues</a:t>
            </a:r>
          </a:p>
          <a:p>
            <a:r>
              <a:rPr lang="en-US" dirty="0"/>
              <a:t>Click the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</a:t>
            </a:r>
            <a:r>
              <a:rPr lang="en-US" dirty="0"/>
              <a:t> New issue button</a:t>
            </a:r>
          </a:p>
        </p:txBody>
      </p:sp>
    </p:spTree>
    <p:extLst>
      <p:ext uri="{BB962C8B-B14F-4D97-AF65-F5344CB8AC3E}">
        <p14:creationId xmlns:p14="http://schemas.microsoft.com/office/powerpoint/2010/main" val="1001122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471D5-D9EE-B057-3258-DBA542E72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581312"/>
            <a:ext cx="11179277" cy="58477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6039E1-5A47-0DDF-22A2-C7722B8DCABF}"/>
              </a:ext>
            </a:extLst>
          </p:cNvPr>
          <p:cNvSpPr/>
          <p:nvPr/>
        </p:nvSpPr>
        <p:spPr>
          <a:xfrm>
            <a:off x="2231924" y="1622323"/>
            <a:ext cx="5761704" cy="4227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916898-66E2-1018-E2B7-17ABA7EB665B}"/>
              </a:ext>
            </a:extLst>
          </p:cNvPr>
          <p:cNvSpPr/>
          <p:nvPr/>
        </p:nvSpPr>
        <p:spPr>
          <a:xfrm>
            <a:off x="2231923" y="2148953"/>
            <a:ext cx="5761704" cy="781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11AEAF-5BE7-3769-9D24-AD7CC54A0AB6}"/>
              </a:ext>
            </a:extLst>
          </p:cNvPr>
          <p:cNvSpPr/>
          <p:nvPr/>
        </p:nvSpPr>
        <p:spPr>
          <a:xfrm>
            <a:off x="7354530" y="5535562"/>
            <a:ext cx="727586" cy="5014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1A1AD4-3253-EE24-3E20-FD90BB6EF031}"/>
              </a:ext>
            </a:extLst>
          </p:cNvPr>
          <p:cNvSpPr/>
          <p:nvPr/>
        </p:nvSpPr>
        <p:spPr>
          <a:xfrm>
            <a:off x="8082116" y="1622323"/>
            <a:ext cx="1877960" cy="4227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B5D430-DCA5-E744-13C2-0381EC3ADEF6}"/>
              </a:ext>
            </a:extLst>
          </p:cNvPr>
          <p:cNvSpPr/>
          <p:nvPr/>
        </p:nvSpPr>
        <p:spPr>
          <a:xfrm>
            <a:off x="8082116" y="2148953"/>
            <a:ext cx="1877960" cy="4227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1BC781-41E0-792D-4B93-07B85D549C28}"/>
              </a:ext>
            </a:extLst>
          </p:cNvPr>
          <p:cNvSpPr/>
          <p:nvPr/>
        </p:nvSpPr>
        <p:spPr>
          <a:xfrm>
            <a:off x="8082116" y="3102098"/>
            <a:ext cx="1877960" cy="5776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0623E-E186-55CC-56BF-A8BBAD9E95DE}"/>
              </a:ext>
            </a:extLst>
          </p:cNvPr>
          <p:cNvSpPr txBox="1"/>
          <p:nvPr/>
        </p:nvSpPr>
        <p:spPr>
          <a:xfrm>
            <a:off x="10112476" y="1617407"/>
            <a:ext cx="1278194" cy="422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B9319-008A-CB69-26DA-6542264FDD07}"/>
              </a:ext>
            </a:extLst>
          </p:cNvPr>
          <p:cNvSpPr txBox="1"/>
          <p:nvPr/>
        </p:nvSpPr>
        <p:spPr>
          <a:xfrm>
            <a:off x="10048564" y="1636987"/>
            <a:ext cx="1278194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Assign the issue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082E24-2B73-3F13-C79B-45250D9B516D}"/>
              </a:ext>
            </a:extLst>
          </p:cNvPr>
          <p:cNvSpPr txBox="1"/>
          <p:nvPr/>
        </p:nvSpPr>
        <p:spPr>
          <a:xfrm>
            <a:off x="10048564" y="2199179"/>
            <a:ext cx="1278194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Assign a label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352CE-1075-9B4B-E405-78D72D0DA18B}"/>
              </a:ext>
            </a:extLst>
          </p:cNvPr>
          <p:cNvSpPr txBox="1"/>
          <p:nvPr/>
        </p:nvSpPr>
        <p:spPr>
          <a:xfrm>
            <a:off x="10048564" y="3095869"/>
            <a:ext cx="1278194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Assign the Milestone that was created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B18AEA-7BE8-CEB4-59D7-8298FBA143FE}"/>
              </a:ext>
            </a:extLst>
          </p:cNvPr>
          <p:cNvSpPr txBox="1"/>
          <p:nvPr/>
        </p:nvSpPr>
        <p:spPr>
          <a:xfrm>
            <a:off x="442451" y="1828800"/>
            <a:ext cx="1700983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 a title</a:t>
            </a:r>
          </a:p>
          <a:p>
            <a:r>
              <a:rPr lang="en-US" dirty="0"/>
              <a:t>Add a description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9E9201-F182-4239-EAEE-E29DA77C5AFD}"/>
              </a:ext>
            </a:extLst>
          </p:cNvPr>
          <p:cNvSpPr txBox="1"/>
          <p:nvPr/>
        </p:nvSpPr>
        <p:spPr>
          <a:xfrm>
            <a:off x="8367252" y="5535562"/>
            <a:ext cx="1976283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</a:t>
            </a:r>
            <a:r>
              <a:rPr lang="en-US" dirty="0"/>
              <a:t> Create button</a:t>
            </a:r>
          </a:p>
        </p:txBody>
      </p:sp>
    </p:spTree>
    <p:extLst>
      <p:ext uri="{BB962C8B-B14F-4D97-AF65-F5344CB8AC3E}">
        <p14:creationId xmlns:p14="http://schemas.microsoft.com/office/powerpoint/2010/main" val="7548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42A51-8DC4-4BA1-32E7-7D0B5EA3B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257"/>
            <a:ext cx="12192000" cy="52904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C9528B-9645-85A1-88E7-D776AE8FF3BB}"/>
              </a:ext>
            </a:extLst>
          </p:cNvPr>
          <p:cNvSpPr/>
          <p:nvPr/>
        </p:nvSpPr>
        <p:spPr>
          <a:xfrm>
            <a:off x="845574" y="3438833"/>
            <a:ext cx="7708491" cy="14355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059AEC-6E93-A084-49B1-3A77845FF99A}"/>
              </a:ext>
            </a:extLst>
          </p:cNvPr>
          <p:cNvSpPr/>
          <p:nvPr/>
        </p:nvSpPr>
        <p:spPr>
          <a:xfrm>
            <a:off x="7580671" y="5049128"/>
            <a:ext cx="973394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E2EBC-8641-38C9-8E1C-A7AB02B02706}"/>
              </a:ext>
            </a:extLst>
          </p:cNvPr>
          <p:cNvSpPr txBox="1"/>
          <p:nvPr/>
        </p:nvSpPr>
        <p:spPr>
          <a:xfrm>
            <a:off x="176982" y="5671235"/>
            <a:ext cx="197628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Make a comment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E1735-FC2D-A866-3124-2E177892CC20}"/>
              </a:ext>
            </a:extLst>
          </p:cNvPr>
          <p:cNvSpPr txBox="1"/>
          <p:nvPr/>
        </p:nvSpPr>
        <p:spPr>
          <a:xfrm>
            <a:off x="3421626" y="5671235"/>
            <a:ext cx="3401961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 a comment</a:t>
            </a:r>
          </a:p>
          <a:p>
            <a:r>
              <a:rPr lang="en-US" dirty="0"/>
              <a:t>Select Comment in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603721-B75A-B72D-05C9-F7B452F5B1C7}"/>
              </a:ext>
            </a:extLst>
          </p:cNvPr>
          <p:cNvCxnSpPr/>
          <p:nvPr/>
        </p:nvCxnSpPr>
        <p:spPr>
          <a:xfrm flipH="1" flipV="1">
            <a:off x="3864077" y="4874342"/>
            <a:ext cx="1120878" cy="7968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03E82B-0DA2-366C-B3CA-2E49CD8717B6}"/>
              </a:ext>
            </a:extLst>
          </p:cNvPr>
          <p:cNvCxnSpPr>
            <a:cxnSpLocks/>
          </p:cNvCxnSpPr>
          <p:nvPr/>
        </p:nvCxnSpPr>
        <p:spPr>
          <a:xfrm flipV="1">
            <a:off x="6801467" y="5424488"/>
            <a:ext cx="811160" cy="6583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846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1F868-3917-2771-A8B8-13013D456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" y="152400"/>
            <a:ext cx="11484429" cy="3276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6316CF-3224-F6CC-31C3-8A4B9D592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2" y="3581401"/>
            <a:ext cx="3494314" cy="32221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CBC26C-C867-544B-7A89-E1282F9E30DC}"/>
              </a:ext>
            </a:extLst>
          </p:cNvPr>
          <p:cNvSpPr/>
          <p:nvPr/>
        </p:nvSpPr>
        <p:spPr>
          <a:xfrm>
            <a:off x="3136490" y="1622322"/>
            <a:ext cx="1484671" cy="5014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052B5-16E3-839E-76D1-56BA1919BC25}"/>
              </a:ext>
            </a:extLst>
          </p:cNvPr>
          <p:cNvSpPr txBox="1"/>
          <p:nvPr/>
        </p:nvSpPr>
        <p:spPr>
          <a:xfrm>
            <a:off x="4876801" y="3696929"/>
            <a:ext cx="198611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Creating a branch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9BE82-1C43-F9E7-5313-99F54EAD6529}"/>
              </a:ext>
            </a:extLst>
          </p:cNvPr>
          <p:cNvSpPr txBox="1"/>
          <p:nvPr/>
        </p:nvSpPr>
        <p:spPr>
          <a:xfrm>
            <a:off x="137652" y="1347019"/>
            <a:ext cx="2920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main</a:t>
            </a:r>
          </a:p>
          <a:p>
            <a:r>
              <a:rPr lang="en-US" dirty="0"/>
              <a:t>Drop down </a:t>
            </a:r>
          </a:p>
          <a:p>
            <a:r>
              <a:rPr lang="en-US" dirty="0"/>
              <a:t>	Type branch name</a:t>
            </a:r>
          </a:p>
          <a:p>
            <a:r>
              <a:rPr lang="en-US" dirty="0"/>
              <a:t>	Select Create</a:t>
            </a:r>
          </a:p>
          <a:p>
            <a:r>
              <a:rPr lang="en-US" dirty="0"/>
              <a:t>	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7075E6-3EE9-2FE1-5F33-3645B4D9390D}"/>
              </a:ext>
            </a:extLst>
          </p:cNvPr>
          <p:cNvSpPr/>
          <p:nvPr/>
        </p:nvSpPr>
        <p:spPr>
          <a:xfrm>
            <a:off x="471948" y="4532671"/>
            <a:ext cx="2930013" cy="7030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F17200-C528-4511-FAF1-FF5D7E3B77D2}"/>
              </a:ext>
            </a:extLst>
          </p:cNvPr>
          <p:cNvSpPr/>
          <p:nvPr/>
        </p:nvSpPr>
        <p:spPr>
          <a:xfrm>
            <a:off x="545690" y="5801032"/>
            <a:ext cx="2930013" cy="5383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A05AC1-5BDC-827B-7654-408D21662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" y="218457"/>
            <a:ext cx="10854813" cy="1181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9E48F8-D3E2-41B0-30E6-4A5BA731E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44" y="3120293"/>
            <a:ext cx="11168009" cy="11311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1C3BAD-F009-3725-F9F1-D1DDF2D454E1}"/>
              </a:ext>
            </a:extLst>
          </p:cNvPr>
          <p:cNvSpPr/>
          <p:nvPr/>
        </p:nvSpPr>
        <p:spPr>
          <a:xfrm>
            <a:off x="2192594" y="934065"/>
            <a:ext cx="1209367" cy="4656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78701F-E4C3-EF2E-8AF7-760E0CC2BAC5}"/>
              </a:ext>
            </a:extLst>
          </p:cNvPr>
          <p:cNvSpPr txBox="1"/>
          <p:nvPr/>
        </p:nvSpPr>
        <p:spPr>
          <a:xfrm>
            <a:off x="3893574" y="1868129"/>
            <a:ext cx="3795252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branches to see your branches that have been created.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3C493-B8E5-A6C2-2900-7F57E03DC8C4}"/>
              </a:ext>
            </a:extLst>
          </p:cNvPr>
          <p:cNvSpPr/>
          <p:nvPr/>
        </p:nvSpPr>
        <p:spPr>
          <a:xfrm>
            <a:off x="560438" y="3746090"/>
            <a:ext cx="1012723" cy="5053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4CE4A-5B5E-9CB0-F1B8-892AEFB1221C}"/>
              </a:ext>
            </a:extLst>
          </p:cNvPr>
          <p:cNvSpPr txBox="1"/>
          <p:nvPr/>
        </p:nvSpPr>
        <p:spPr>
          <a:xfrm>
            <a:off x="560438" y="4507879"/>
            <a:ext cx="151416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New branch</a:t>
            </a:r>
          </a:p>
        </p:txBody>
      </p:sp>
    </p:spTree>
    <p:extLst>
      <p:ext uri="{BB962C8B-B14F-4D97-AF65-F5344CB8AC3E}">
        <p14:creationId xmlns:p14="http://schemas.microsoft.com/office/powerpoint/2010/main" val="1320331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CAE5A-1F71-38FD-0DF3-B3114F4AD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10" y="943453"/>
            <a:ext cx="10696999" cy="30163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7ECFEF-E709-5415-EF7B-8DD3EC7B6888}"/>
              </a:ext>
            </a:extLst>
          </p:cNvPr>
          <p:cNvSpPr/>
          <p:nvPr/>
        </p:nvSpPr>
        <p:spPr>
          <a:xfrm>
            <a:off x="1691148" y="1248697"/>
            <a:ext cx="953729" cy="363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60BA8-3587-5917-939D-863F373AB2AF}"/>
              </a:ext>
            </a:extLst>
          </p:cNvPr>
          <p:cNvSpPr/>
          <p:nvPr/>
        </p:nvSpPr>
        <p:spPr>
          <a:xfrm>
            <a:off x="8804787" y="2554994"/>
            <a:ext cx="953729" cy="363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10D30-C74E-B1D3-F388-461F84A11546}"/>
              </a:ext>
            </a:extLst>
          </p:cNvPr>
          <p:cNvSpPr txBox="1"/>
          <p:nvPr/>
        </p:nvSpPr>
        <p:spPr>
          <a:xfrm>
            <a:off x="3485534" y="206478"/>
            <a:ext cx="522092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Moving README from demo branch to main branch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13A51-214D-C040-C936-0984ADBF2DC2}"/>
              </a:ext>
            </a:extLst>
          </p:cNvPr>
          <p:cNvSpPr txBox="1"/>
          <p:nvPr/>
        </p:nvSpPr>
        <p:spPr>
          <a:xfrm>
            <a:off x="757083" y="4406361"/>
            <a:ext cx="3539614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Pull requests</a:t>
            </a:r>
          </a:p>
          <a:p>
            <a:r>
              <a:rPr lang="en-US" dirty="0"/>
              <a:t>Select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</a:t>
            </a:r>
            <a:r>
              <a:rPr lang="en-US" dirty="0"/>
              <a:t> New pull request</a:t>
            </a:r>
          </a:p>
        </p:txBody>
      </p:sp>
    </p:spTree>
    <p:extLst>
      <p:ext uri="{BB962C8B-B14F-4D97-AF65-F5344CB8AC3E}">
        <p14:creationId xmlns:p14="http://schemas.microsoft.com/office/powerpoint/2010/main" val="511641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6397F-981E-3AD1-44C9-D0D91E288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" y="559266"/>
            <a:ext cx="11975691" cy="57394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7D252D0-F5E0-777F-732C-F49AFF194393}"/>
              </a:ext>
            </a:extLst>
          </p:cNvPr>
          <p:cNvSpPr/>
          <p:nvPr/>
        </p:nvSpPr>
        <p:spPr>
          <a:xfrm>
            <a:off x="9389806" y="2389239"/>
            <a:ext cx="1592826" cy="5702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F8C4A5-E80F-F298-5D99-90969AAC6F5A}"/>
              </a:ext>
            </a:extLst>
          </p:cNvPr>
          <p:cNvSpPr/>
          <p:nvPr/>
        </p:nvSpPr>
        <p:spPr>
          <a:xfrm>
            <a:off x="2517058" y="4277033"/>
            <a:ext cx="8131277" cy="18582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6C1AB-349A-1F9C-A2DE-6D96F389E884}"/>
              </a:ext>
            </a:extLst>
          </p:cNvPr>
          <p:cNvSpPr txBox="1"/>
          <p:nvPr/>
        </p:nvSpPr>
        <p:spPr>
          <a:xfrm>
            <a:off x="9389806" y="1622323"/>
            <a:ext cx="2497394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</a:t>
            </a:r>
            <a:r>
              <a:rPr lang="en-US" dirty="0"/>
              <a:t> View pull request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6AFD9-2C5D-0212-229F-9A2AE952EBD4}"/>
              </a:ext>
            </a:extLst>
          </p:cNvPr>
          <p:cNvSpPr txBox="1"/>
          <p:nvPr/>
        </p:nvSpPr>
        <p:spPr>
          <a:xfrm>
            <a:off x="294968" y="4689987"/>
            <a:ext cx="1976284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File that is moving.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2E6080-7DF7-010D-7A97-18119AE363DD}"/>
              </a:ext>
            </a:extLst>
          </p:cNvPr>
          <p:cNvSpPr/>
          <p:nvPr/>
        </p:nvSpPr>
        <p:spPr>
          <a:xfrm>
            <a:off x="2271252" y="1828800"/>
            <a:ext cx="2222090" cy="5604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9A345B-60BF-24DA-0E24-AAB1DB339130}"/>
              </a:ext>
            </a:extLst>
          </p:cNvPr>
          <p:cNvSpPr txBox="1"/>
          <p:nvPr/>
        </p:nvSpPr>
        <p:spPr>
          <a:xfrm>
            <a:off x="226142" y="1828800"/>
            <a:ext cx="1858297" cy="9541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Make sure of the following match</a:t>
            </a:r>
          </a:p>
          <a:p>
            <a:r>
              <a:rPr lang="en-US" sz="1400" dirty="0"/>
              <a:t>base: main</a:t>
            </a:r>
          </a:p>
          <a:p>
            <a:r>
              <a:rPr lang="en-US" sz="1400" dirty="0"/>
              <a:t>Compare: demo</a:t>
            </a:r>
          </a:p>
        </p:txBody>
      </p:sp>
    </p:spTree>
    <p:extLst>
      <p:ext uri="{BB962C8B-B14F-4D97-AF65-F5344CB8AC3E}">
        <p14:creationId xmlns:p14="http://schemas.microsoft.com/office/powerpoint/2010/main" val="345481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1BE28-030D-AEF2-FCAA-72BA96251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491744"/>
            <a:ext cx="11897032" cy="532343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CEC8EE-885B-4EEF-D2DE-76F93D92E9EF}"/>
              </a:ext>
            </a:extLst>
          </p:cNvPr>
          <p:cNvSpPr/>
          <p:nvPr/>
        </p:nvSpPr>
        <p:spPr>
          <a:xfrm>
            <a:off x="2261419" y="4552335"/>
            <a:ext cx="6145162" cy="10127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73A74-187D-AAF1-38D1-1F10537B7A61}"/>
              </a:ext>
            </a:extLst>
          </p:cNvPr>
          <p:cNvSpPr txBox="1"/>
          <p:nvPr/>
        </p:nvSpPr>
        <p:spPr>
          <a:xfrm>
            <a:off x="344129" y="4631896"/>
            <a:ext cx="1691148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</a:t>
            </a:r>
            <a:r>
              <a:rPr lang="en-US" dirty="0"/>
              <a:t> Merge pull request</a:t>
            </a:r>
          </a:p>
        </p:txBody>
      </p:sp>
    </p:spTree>
    <p:extLst>
      <p:ext uri="{BB962C8B-B14F-4D97-AF65-F5344CB8AC3E}">
        <p14:creationId xmlns:p14="http://schemas.microsoft.com/office/powerpoint/2010/main" val="735805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73DABD-47E2-E13B-D5C5-B34CBE9C7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8" y="68825"/>
            <a:ext cx="11355385" cy="336017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355C66-55F8-53F4-0929-6F02F21E9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47" y="3677265"/>
            <a:ext cx="11209105" cy="29906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288026-E298-027E-21D7-95C9023741FD}"/>
              </a:ext>
            </a:extLst>
          </p:cNvPr>
          <p:cNvSpPr/>
          <p:nvPr/>
        </p:nvSpPr>
        <p:spPr>
          <a:xfrm>
            <a:off x="1091381" y="2644877"/>
            <a:ext cx="1376516" cy="6194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11C72-6E41-6F2D-C782-F26A0D2CF622}"/>
              </a:ext>
            </a:extLst>
          </p:cNvPr>
          <p:cNvSpPr txBox="1"/>
          <p:nvPr/>
        </p:nvSpPr>
        <p:spPr>
          <a:xfrm>
            <a:off x="9281652" y="4670323"/>
            <a:ext cx="2025445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README.md back on main branch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C61F1-F9F0-A024-8639-FBB9D6362CB1}"/>
              </a:ext>
            </a:extLst>
          </p:cNvPr>
          <p:cNvSpPr txBox="1"/>
          <p:nvPr/>
        </p:nvSpPr>
        <p:spPr>
          <a:xfrm>
            <a:off x="1465006" y="1887794"/>
            <a:ext cx="298900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GREEN</a:t>
            </a:r>
            <a:r>
              <a:rPr lang="en-US" dirty="0"/>
              <a:t> Confirm merge</a:t>
            </a:r>
          </a:p>
        </p:txBody>
      </p:sp>
    </p:spTree>
    <p:extLst>
      <p:ext uri="{BB962C8B-B14F-4D97-AF65-F5344CB8AC3E}">
        <p14:creationId xmlns:p14="http://schemas.microsoft.com/office/powerpoint/2010/main" val="1469715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8D5C7-6C8F-CABF-F1A2-F3F74DFAAD83}"/>
              </a:ext>
            </a:extLst>
          </p:cNvPr>
          <p:cNvSpPr txBox="1"/>
          <p:nvPr/>
        </p:nvSpPr>
        <p:spPr>
          <a:xfrm>
            <a:off x="3048000" y="1396181"/>
            <a:ext cx="635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6</a:t>
            </a:r>
          </a:p>
        </p:txBody>
      </p:sp>
    </p:spTree>
    <p:extLst>
      <p:ext uri="{BB962C8B-B14F-4D97-AF65-F5344CB8AC3E}">
        <p14:creationId xmlns:p14="http://schemas.microsoft.com/office/powerpoint/2010/main" val="441221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5AE3D2-00DE-3206-A084-E8C1EC6CB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1435"/>
            <a:ext cx="5874052" cy="1309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48358-64B6-4311-5B7A-B24C7FD03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1" y="0"/>
            <a:ext cx="4763165" cy="4153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8DDCB2-979C-FFF1-1518-F8851A522220}"/>
              </a:ext>
            </a:extLst>
          </p:cNvPr>
          <p:cNvSpPr txBox="1"/>
          <p:nvPr/>
        </p:nvSpPr>
        <p:spPr>
          <a:xfrm>
            <a:off x="5130266" y="78658"/>
            <a:ext cx="222209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SDEV 143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73436-619E-6F62-2CC7-D16A929A3B48}"/>
              </a:ext>
            </a:extLst>
          </p:cNvPr>
          <p:cNvSpPr txBox="1"/>
          <p:nvPr/>
        </p:nvSpPr>
        <p:spPr>
          <a:xfrm>
            <a:off x="5118620" y="581865"/>
            <a:ext cx="283386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 in README.md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0A352D-DB12-3299-F2DB-1743B9D74966}"/>
              </a:ext>
            </a:extLst>
          </p:cNvPr>
          <p:cNvSpPr txBox="1"/>
          <p:nvPr/>
        </p:nvSpPr>
        <p:spPr>
          <a:xfrm>
            <a:off x="5118620" y="2643551"/>
            <a:ext cx="209644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 the commit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424A9-1874-FCB6-7A21-C6FE36BF1540}"/>
              </a:ext>
            </a:extLst>
          </p:cNvPr>
          <p:cNvSpPr txBox="1"/>
          <p:nvPr/>
        </p:nvSpPr>
        <p:spPr>
          <a:xfrm>
            <a:off x="5118620" y="1679645"/>
            <a:ext cx="223373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 the change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AB677-1311-7027-95EC-D37D27599D43}"/>
              </a:ext>
            </a:extLst>
          </p:cNvPr>
          <p:cNvSpPr txBox="1"/>
          <p:nvPr/>
        </p:nvSpPr>
        <p:spPr>
          <a:xfrm>
            <a:off x="5130264" y="1085072"/>
            <a:ext cx="166382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Stage the file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F8C447-E846-011A-E459-B6D06EFAB6D0}"/>
              </a:ext>
            </a:extLst>
          </p:cNvPr>
          <p:cNvCxnSpPr>
            <a:stCxn id="6" idx="1"/>
          </p:cNvCxnSpPr>
          <p:nvPr/>
        </p:nvCxnSpPr>
        <p:spPr>
          <a:xfrm flipH="1">
            <a:off x="2143432" y="263324"/>
            <a:ext cx="2986834" cy="1846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D6AE86-204C-7F9E-FCCB-1F7B58DE9C52}"/>
              </a:ext>
            </a:extLst>
          </p:cNvPr>
          <p:cNvCxnSpPr/>
          <p:nvPr/>
        </p:nvCxnSpPr>
        <p:spPr>
          <a:xfrm flipH="1">
            <a:off x="3331116" y="4948022"/>
            <a:ext cx="2986834" cy="1846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4EBAC9-29AD-E869-4170-8AF2004527BE}"/>
              </a:ext>
            </a:extLst>
          </p:cNvPr>
          <p:cNvCxnSpPr/>
          <p:nvPr/>
        </p:nvCxnSpPr>
        <p:spPr>
          <a:xfrm flipH="1">
            <a:off x="2143432" y="734656"/>
            <a:ext cx="2986834" cy="1846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45761F-324B-45A3-0C6F-E19E729779B4}"/>
              </a:ext>
            </a:extLst>
          </p:cNvPr>
          <p:cNvCxnSpPr>
            <a:cxnSpLocks/>
          </p:cNvCxnSpPr>
          <p:nvPr/>
        </p:nvCxnSpPr>
        <p:spPr>
          <a:xfrm flipH="1">
            <a:off x="2143432" y="1290942"/>
            <a:ext cx="2975188" cy="1238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4712DE-FCBB-723B-0591-A500A5171355}"/>
              </a:ext>
            </a:extLst>
          </p:cNvPr>
          <p:cNvCxnSpPr>
            <a:cxnSpLocks/>
          </p:cNvCxnSpPr>
          <p:nvPr/>
        </p:nvCxnSpPr>
        <p:spPr>
          <a:xfrm flipH="1">
            <a:off x="3392129" y="1871336"/>
            <a:ext cx="1726491" cy="1628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79EC81-CA34-246A-D2FB-3CFB3A4F89A3}"/>
              </a:ext>
            </a:extLst>
          </p:cNvPr>
          <p:cNvCxnSpPr>
            <a:cxnSpLocks/>
          </p:cNvCxnSpPr>
          <p:nvPr/>
        </p:nvCxnSpPr>
        <p:spPr>
          <a:xfrm flipH="1">
            <a:off x="2920181" y="2777425"/>
            <a:ext cx="2210083" cy="507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9CE367-885A-5427-12F2-630A9C488914}"/>
              </a:ext>
            </a:extLst>
          </p:cNvPr>
          <p:cNvSpPr txBox="1"/>
          <p:nvPr/>
        </p:nvSpPr>
        <p:spPr>
          <a:xfrm>
            <a:off x="6317950" y="4564374"/>
            <a:ext cx="374609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 a line in the file nano README.md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C26825-06A3-0EE1-FA98-25ABB4B32B09}"/>
              </a:ext>
            </a:extLst>
          </p:cNvPr>
          <p:cNvSpPr/>
          <p:nvPr/>
        </p:nvSpPr>
        <p:spPr>
          <a:xfrm>
            <a:off x="0" y="5031692"/>
            <a:ext cx="2745377" cy="2897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72ABB3-E407-B014-B921-F05BC03E5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362611"/>
            <a:ext cx="8826341" cy="149538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0C9DA1C-EC0E-5859-88EF-84AC18757513}"/>
              </a:ext>
            </a:extLst>
          </p:cNvPr>
          <p:cNvSpPr/>
          <p:nvPr/>
        </p:nvSpPr>
        <p:spPr>
          <a:xfrm>
            <a:off x="353961" y="6469626"/>
            <a:ext cx="3962400" cy="2023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1C30AE-176C-92E1-B5B6-5DB84EBE4BC5}"/>
              </a:ext>
            </a:extLst>
          </p:cNvPr>
          <p:cNvSpPr txBox="1"/>
          <p:nvPr/>
        </p:nvSpPr>
        <p:spPr>
          <a:xfrm>
            <a:off x="8190995" y="5978013"/>
            <a:ext cx="249667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 made on my repo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B7DEED-D587-59CA-EBC4-6934D1B5EA6A}"/>
              </a:ext>
            </a:extLst>
          </p:cNvPr>
          <p:cNvCxnSpPr/>
          <p:nvPr/>
        </p:nvCxnSpPr>
        <p:spPr>
          <a:xfrm flipH="1">
            <a:off x="4424516" y="6469626"/>
            <a:ext cx="3766479" cy="1547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922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7169F6-81CF-0AC2-F819-971FE5AB7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2" y="2349462"/>
            <a:ext cx="8513536" cy="1743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16C06F-4CB0-342B-9E75-7720AD00A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12" y="4209680"/>
            <a:ext cx="5696745" cy="2648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2D7DBB-FCAA-41E2-AC36-15246D738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12" y="79612"/>
            <a:ext cx="5563376" cy="21529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AC8A40-6FE6-09B3-F362-D3AABD2E4188}"/>
              </a:ext>
            </a:extLst>
          </p:cNvPr>
          <p:cNvSpPr txBox="1"/>
          <p:nvPr/>
        </p:nvSpPr>
        <p:spPr>
          <a:xfrm>
            <a:off x="10373032" y="167148"/>
            <a:ext cx="163095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Pull Request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51AA1-7793-9BF6-CEBF-74FBB739AA13}"/>
              </a:ext>
            </a:extLst>
          </p:cNvPr>
          <p:cNvSpPr txBox="1"/>
          <p:nvPr/>
        </p:nvSpPr>
        <p:spPr>
          <a:xfrm>
            <a:off x="6096000" y="167148"/>
            <a:ext cx="260554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Created a new branch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F3A936-AD4F-C40B-361D-43BF9B8F6A35}"/>
              </a:ext>
            </a:extLst>
          </p:cNvPr>
          <p:cNvSpPr txBox="1"/>
          <p:nvPr/>
        </p:nvSpPr>
        <p:spPr>
          <a:xfrm>
            <a:off x="5304503" y="3445603"/>
            <a:ext cx="260554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Added a line in the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D849AD-1CCA-EFA5-FB21-9E4A3F882BFC}"/>
              </a:ext>
            </a:extLst>
          </p:cNvPr>
          <p:cNvSpPr txBox="1"/>
          <p:nvPr/>
        </p:nvSpPr>
        <p:spPr>
          <a:xfrm>
            <a:off x="6095999" y="702369"/>
            <a:ext cx="316598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Changed a file README.md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2E1DDC-EA32-BCBA-5488-75692116FC54}"/>
              </a:ext>
            </a:extLst>
          </p:cNvPr>
          <p:cNvSpPr/>
          <p:nvPr/>
        </p:nvSpPr>
        <p:spPr>
          <a:xfrm>
            <a:off x="188012" y="3578942"/>
            <a:ext cx="4000530" cy="235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68BDAD-25B6-B1D8-BF3E-C2EAC3690DD6}"/>
              </a:ext>
            </a:extLst>
          </p:cNvPr>
          <p:cNvSpPr txBox="1"/>
          <p:nvPr/>
        </p:nvSpPr>
        <p:spPr>
          <a:xfrm>
            <a:off x="6096000" y="1664415"/>
            <a:ext cx="223373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 the change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E503D0-8A3F-CFCC-E931-84DE2A2FAEEF}"/>
              </a:ext>
            </a:extLst>
          </p:cNvPr>
          <p:cNvSpPr txBox="1"/>
          <p:nvPr/>
        </p:nvSpPr>
        <p:spPr>
          <a:xfrm>
            <a:off x="6104820" y="4569872"/>
            <a:ext cx="209644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 the commit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9A7FC8-3506-04C7-153C-2DD2F512EAC6}"/>
              </a:ext>
            </a:extLst>
          </p:cNvPr>
          <p:cNvCxnSpPr>
            <a:stCxn id="15" idx="1"/>
          </p:cNvCxnSpPr>
          <p:nvPr/>
        </p:nvCxnSpPr>
        <p:spPr>
          <a:xfrm flipH="1">
            <a:off x="3765755" y="351814"/>
            <a:ext cx="2330245" cy="80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B7104E-177F-9F98-CF71-3C54381EA8FA}"/>
              </a:ext>
            </a:extLst>
          </p:cNvPr>
          <p:cNvCxnSpPr>
            <a:cxnSpLocks/>
          </p:cNvCxnSpPr>
          <p:nvPr/>
        </p:nvCxnSpPr>
        <p:spPr>
          <a:xfrm flipH="1">
            <a:off x="4267200" y="3557912"/>
            <a:ext cx="1032745" cy="1390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6A6199-F5B1-8CA0-00A4-875F402D33CB}"/>
              </a:ext>
            </a:extLst>
          </p:cNvPr>
          <p:cNvCxnSpPr/>
          <p:nvPr/>
        </p:nvCxnSpPr>
        <p:spPr>
          <a:xfrm flipH="1">
            <a:off x="3774575" y="841280"/>
            <a:ext cx="2330245" cy="80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F59435-28FD-1E25-309C-9E74620F805C}"/>
              </a:ext>
            </a:extLst>
          </p:cNvPr>
          <p:cNvCxnSpPr/>
          <p:nvPr/>
        </p:nvCxnSpPr>
        <p:spPr>
          <a:xfrm flipH="1">
            <a:off x="3745849" y="1952942"/>
            <a:ext cx="2330245" cy="80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D05081-FD29-8F66-D1B8-8BADAE16D4DD}"/>
              </a:ext>
            </a:extLst>
          </p:cNvPr>
          <p:cNvCxnSpPr/>
          <p:nvPr/>
        </p:nvCxnSpPr>
        <p:spPr>
          <a:xfrm flipH="1">
            <a:off x="3774575" y="4633330"/>
            <a:ext cx="2330245" cy="808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7248BCE-BA4F-F36F-B9E7-F94620D1C369}"/>
              </a:ext>
            </a:extLst>
          </p:cNvPr>
          <p:cNvSpPr txBox="1"/>
          <p:nvPr/>
        </p:nvSpPr>
        <p:spPr>
          <a:xfrm>
            <a:off x="6104820" y="1191835"/>
            <a:ext cx="166382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Stage the file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3F1132-38DC-2B28-01C0-EB294FCBE350}"/>
              </a:ext>
            </a:extLst>
          </p:cNvPr>
          <p:cNvCxnSpPr>
            <a:stCxn id="29" idx="1"/>
          </p:cNvCxnSpPr>
          <p:nvPr/>
        </p:nvCxnSpPr>
        <p:spPr>
          <a:xfrm flipH="1" flipV="1">
            <a:off x="4031226" y="1366684"/>
            <a:ext cx="2073594" cy="98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12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A1E1ED-CE64-F8C7-F781-9115B1C51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935"/>
            <a:ext cx="6183858" cy="225158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9346C2-F089-B991-0EA8-49B638C02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591665"/>
            <a:ext cx="6096000" cy="2074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CDA7EA-77CE-BB4D-BC42-CDE39107B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53" y="192007"/>
            <a:ext cx="8759344" cy="16171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0A225A-BE64-E304-67EF-FF7C96DD3A4C}"/>
              </a:ext>
            </a:extLst>
          </p:cNvPr>
          <p:cNvSpPr txBox="1"/>
          <p:nvPr/>
        </p:nvSpPr>
        <p:spPr>
          <a:xfrm>
            <a:off x="9193162" y="339491"/>
            <a:ext cx="2438399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 my repo click 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 Compare &amp; pull request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82E1B-4054-8FFF-BCCC-0722D39B45B0}"/>
              </a:ext>
            </a:extLst>
          </p:cNvPr>
          <p:cNvSpPr txBox="1"/>
          <p:nvPr/>
        </p:nvSpPr>
        <p:spPr>
          <a:xfrm>
            <a:off x="6867833" y="2505670"/>
            <a:ext cx="2438399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Added a title and description. Click 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 create pull request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86C3F-EC91-2B02-2B33-79441459C395}"/>
              </a:ext>
            </a:extLst>
          </p:cNvPr>
          <p:cNvSpPr txBox="1"/>
          <p:nvPr/>
        </p:nvSpPr>
        <p:spPr>
          <a:xfrm>
            <a:off x="6183858" y="5048866"/>
            <a:ext cx="243839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Pull request complete with no issues</a:t>
            </a:r>
          </a:p>
        </p:txBody>
      </p:sp>
    </p:spTree>
    <p:extLst>
      <p:ext uri="{BB962C8B-B14F-4D97-AF65-F5344CB8AC3E}">
        <p14:creationId xmlns:p14="http://schemas.microsoft.com/office/powerpoint/2010/main" val="3131410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77D8B-70EC-2581-4A9A-F49B49DEE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9" y="142185"/>
            <a:ext cx="9126224" cy="328681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49CF38-27D7-5118-513A-FB1102E6F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39" y="3559277"/>
            <a:ext cx="9392961" cy="307749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E03228-13C6-AD23-B15B-853F8AD01C16}"/>
              </a:ext>
            </a:extLst>
          </p:cNvPr>
          <p:cNvSpPr txBox="1"/>
          <p:nvPr/>
        </p:nvSpPr>
        <p:spPr>
          <a:xfrm>
            <a:off x="9539500" y="658761"/>
            <a:ext cx="250596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Added a comment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D2596-EDE8-122C-6B64-2BA2B2ADD9B8}"/>
              </a:ext>
            </a:extLst>
          </p:cNvPr>
          <p:cNvSpPr txBox="1"/>
          <p:nvPr/>
        </p:nvSpPr>
        <p:spPr>
          <a:xfrm>
            <a:off x="9613242" y="4232787"/>
            <a:ext cx="250596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Shows the comment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AE2C45-7D86-9E34-7852-B6FD2FA945FA}"/>
              </a:ext>
            </a:extLst>
          </p:cNvPr>
          <p:cNvCxnSpPr>
            <a:stCxn id="7" idx="1"/>
          </p:cNvCxnSpPr>
          <p:nvPr/>
        </p:nvCxnSpPr>
        <p:spPr>
          <a:xfrm flipH="1">
            <a:off x="4463845" y="4417453"/>
            <a:ext cx="5149397" cy="16293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108D5B-DD4E-BA26-BE50-ECE62DCFEA31}"/>
              </a:ext>
            </a:extLst>
          </p:cNvPr>
          <p:cNvCxnSpPr>
            <a:stCxn id="6" idx="1"/>
          </p:cNvCxnSpPr>
          <p:nvPr/>
        </p:nvCxnSpPr>
        <p:spPr>
          <a:xfrm flipH="1">
            <a:off x="3608439" y="843427"/>
            <a:ext cx="5931061" cy="1250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4323CE3-E09E-B857-9727-388A68105142}"/>
              </a:ext>
            </a:extLst>
          </p:cNvPr>
          <p:cNvSpPr/>
          <p:nvPr/>
        </p:nvSpPr>
        <p:spPr>
          <a:xfrm>
            <a:off x="8042787" y="2812026"/>
            <a:ext cx="1140542" cy="3637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6A181-675D-1474-88A0-AA082BE6C983}"/>
              </a:ext>
            </a:extLst>
          </p:cNvPr>
          <p:cNvSpPr txBox="1"/>
          <p:nvPr/>
        </p:nvSpPr>
        <p:spPr>
          <a:xfrm>
            <a:off x="9613242" y="2674374"/>
            <a:ext cx="2165803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 Comment button</a:t>
            </a:r>
          </a:p>
        </p:txBody>
      </p:sp>
    </p:spTree>
    <p:extLst>
      <p:ext uri="{BB962C8B-B14F-4D97-AF65-F5344CB8AC3E}">
        <p14:creationId xmlns:p14="http://schemas.microsoft.com/office/powerpoint/2010/main" val="2121726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2237B5-D12E-BF58-53BF-D808B33F0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4" y="2815885"/>
            <a:ext cx="9002381" cy="1613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9F60AA-A879-8345-438A-EE26B451E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5" y="4635910"/>
            <a:ext cx="9242323" cy="2222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61234E-3DD2-2A57-7227-F696D2AA9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25" y="68826"/>
            <a:ext cx="5115639" cy="26487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B8CCEC-7A30-0F2E-89B8-86C6B64058F6}"/>
              </a:ext>
            </a:extLst>
          </p:cNvPr>
          <p:cNvSpPr txBox="1"/>
          <p:nvPr/>
        </p:nvSpPr>
        <p:spPr>
          <a:xfrm>
            <a:off x="9733935" y="68826"/>
            <a:ext cx="204511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Creating a conflict and resolving 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6D5E2-2A65-B7A6-9997-2E89E6BEACCF}"/>
              </a:ext>
            </a:extLst>
          </p:cNvPr>
          <p:cNvSpPr txBox="1"/>
          <p:nvPr/>
        </p:nvSpPr>
        <p:spPr>
          <a:xfrm>
            <a:off x="5535562" y="68825"/>
            <a:ext cx="304800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Making sure everything is up to date.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05C734-649A-DF48-12A0-E15C99438A4A}"/>
              </a:ext>
            </a:extLst>
          </p:cNvPr>
          <p:cNvSpPr txBox="1"/>
          <p:nvPr/>
        </p:nvSpPr>
        <p:spPr>
          <a:xfrm>
            <a:off x="5535562" y="2240075"/>
            <a:ext cx="209644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 the commit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67A541-6818-02E0-B267-EEF75C98B8AE}"/>
              </a:ext>
            </a:extLst>
          </p:cNvPr>
          <p:cNvSpPr txBox="1"/>
          <p:nvPr/>
        </p:nvSpPr>
        <p:spPr>
          <a:xfrm>
            <a:off x="5535562" y="1292949"/>
            <a:ext cx="223373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 the change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DDAFEB-A114-A5B3-4B36-A209523660A4}"/>
              </a:ext>
            </a:extLst>
          </p:cNvPr>
          <p:cNvSpPr/>
          <p:nvPr/>
        </p:nvSpPr>
        <p:spPr>
          <a:xfrm>
            <a:off x="228124" y="3913239"/>
            <a:ext cx="3626121" cy="275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0D46CF-B56B-E1F4-91E2-2A713C723611}"/>
              </a:ext>
            </a:extLst>
          </p:cNvPr>
          <p:cNvSpPr txBox="1"/>
          <p:nvPr/>
        </p:nvSpPr>
        <p:spPr>
          <a:xfrm>
            <a:off x="8583562" y="1177116"/>
            <a:ext cx="264487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 a line in the file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EA86E2-462B-DE4D-5748-3052405A36AA}"/>
              </a:ext>
            </a:extLst>
          </p:cNvPr>
          <p:cNvCxnSpPr/>
          <p:nvPr/>
        </p:nvCxnSpPr>
        <p:spPr>
          <a:xfrm flipH="1">
            <a:off x="4050890" y="1553497"/>
            <a:ext cx="4837471" cy="23597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73577A-25F4-6B62-47D7-38C3A6F7D181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3696929" y="715156"/>
            <a:ext cx="4886633" cy="6466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FA3B18-26E6-F030-0CCE-0B360D7533E2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2861187" y="265471"/>
            <a:ext cx="2674375" cy="1265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4E72FE-CC32-2261-31BE-DBA3882DA317}"/>
              </a:ext>
            </a:extLst>
          </p:cNvPr>
          <p:cNvCxnSpPr>
            <a:cxnSpLocks/>
          </p:cNvCxnSpPr>
          <p:nvPr/>
        </p:nvCxnSpPr>
        <p:spPr>
          <a:xfrm flipH="1" flipV="1">
            <a:off x="3431458" y="1386998"/>
            <a:ext cx="2104104" cy="613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D4A669-8154-8FA1-2346-C4DDA0694D46}"/>
              </a:ext>
            </a:extLst>
          </p:cNvPr>
          <p:cNvCxnSpPr>
            <a:cxnSpLocks/>
          </p:cNvCxnSpPr>
          <p:nvPr/>
        </p:nvCxnSpPr>
        <p:spPr>
          <a:xfrm flipH="1" flipV="1">
            <a:off x="3097161" y="2117907"/>
            <a:ext cx="2438401" cy="1362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3B59E01-92E5-CA9B-96A5-FAFF029C55D7}"/>
              </a:ext>
            </a:extLst>
          </p:cNvPr>
          <p:cNvSpPr txBox="1"/>
          <p:nvPr/>
        </p:nvSpPr>
        <p:spPr>
          <a:xfrm>
            <a:off x="9906000" y="5643716"/>
            <a:ext cx="1873045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GREEN View pull request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F5CFA6-BCD3-723C-1B78-6D92CC8EAD09}"/>
              </a:ext>
            </a:extLst>
          </p:cNvPr>
          <p:cNvSpPr/>
          <p:nvPr/>
        </p:nvSpPr>
        <p:spPr>
          <a:xfrm>
            <a:off x="7769298" y="6331974"/>
            <a:ext cx="1461207" cy="45720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99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44815-4397-4191-4C2E-F29B7B37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79" y="304800"/>
            <a:ext cx="6840507" cy="56535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52F02B-1420-9201-DF30-9109F85E5E07}"/>
              </a:ext>
            </a:extLst>
          </p:cNvPr>
          <p:cNvSpPr txBox="1"/>
          <p:nvPr/>
        </p:nvSpPr>
        <p:spPr>
          <a:xfrm>
            <a:off x="7128386" y="3873910"/>
            <a:ext cx="110121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Conflict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F12B7A-1365-8FB0-D48F-5A87B1C6B04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699819" y="4058576"/>
            <a:ext cx="2428567" cy="1142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BF1B96F-DDD8-81AF-AEDA-0BBF40200C08}"/>
              </a:ext>
            </a:extLst>
          </p:cNvPr>
          <p:cNvSpPr txBox="1"/>
          <p:nvPr/>
        </p:nvSpPr>
        <p:spPr>
          <a:xfrm>
            <a:off x="7344695" y="5133737"/>
            <a:ext cx="287102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Resolve the conflicts button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EB2FB1-9A5E-A611-A55E-90B2AC71E14E}"/>
              </a:ext>
            </a:extLst>
          </p:cNvPr>
          <p:cNvCxnSpPr/>
          <p:nvPr/>
        </p:nvCxnSpPr>
        <p:spPr>
          <a:xfrm flipH="1" flipV="1">
            <a:off x="7000567" y="5267944"/>
            <a:ext cx="344128" cy="1179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FF7636D-0B7C-8A15-B6D5-91D4526B319B}"/>
              </a:ext>
            </a:extLst>
          </p:cNvPr>
          <p:cNvSpPr txBox="1"/>
          <p:nvPr/>
        </p:nvSpPr>
        <p:spPr>
          <a:xfrm>
            <a:off x="7678995" y="658761"/>
            <a:ext cx="193695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Pull request page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D74B2F-FBAC-C325-0707-AD736C4097D5}"/>
              </a:ext>
            </a:extLst>
          </p:cNvPr>
          <p:cNvSpPr/>
          <p:nvPr/>
        </p:nvSpPr>
        <p:spPr>
          <a:xfrm>
            <a:off x="5860026" y="5093110"/>
            <a:ext cx="1052051" cy="292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74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50E80-02F1-3D59-2D44-5D4F4C187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5" y="64904"/>
            <a:ext cx="10746658" cy="50124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29D81B-7229-2E0B-8FC1-AFDEA7001EB0}"/>
              </a:ext>
            </a:extLst>
          </p:cNvPr>
          <p:cNvSpPr/>
          <p:nvPr/>
        </p:nvSpPr>
        <p:spPr>
          <a:xfrm>
            <a:off x="2566219" y="3429000"/>
            <a:ext cx="6617110" cy="1445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E98FC-3D49-687E-3BC3-2F20F1A16BEB}"/>
              </a:ext>
            </a:extLst>
          </p:cNvPr>
          <p:cNvSpPr txBox="1"/>
          <p:nvPr/>
        </p:nvSpPr>
        <p:spPr>
          <a:xfrm>
            <a:off x="9301316" y="3429000"/>
            <a:ext cx="1671484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Conflict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A6CD0-4A9A-67DB-6A51-3BF2CCB4FDF6}"/>
              </a:ext>
            </a:extLst>
          </p:cNvPr>
          <p:cNvSpPr txBox="1"/>
          <p:nvPr/>
        </p:nvSpPr>
        <p:spPr>
          <a:xfrm>
            <a:off x="3244645" y="5260166"/>
            <a:ext cx="3293807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Conflict Markers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&lt;&lt;&lt;&lt;&lt;&lt;&lt; main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=======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&gt;&gt;&gt;&gt;&gt;&gt;&gt; module6-update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111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F43F0C-CC41-E9D4-9B9C-B2294DC0A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74135"/>
            <a:ext cx="10323871" cy="32161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FD0462-6ED8-A06E-FDE8-D8586E08E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3" y="3352799"/>
            <a:ext cx="9753600" cy="32161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4D9C6A-0901-3D09-0CB8-EE62BCDA7361}"/>
              </a:ext>
            </a:extLst>
          </p:cNvPr>
          <p:cNvSpPr/>
          <p:nvPr/>
        </p:nvSpPr>
        <p:spPr>
          <a:xfrm>
            <a:off x="3146323" y="2782529"/>
            <a:ext cx="5535561" cy="275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78588-6E83-1A2E-16C2-43BE18E0BB4C}"/>
              </a:ext>
            </a:extLst>
          </p:cNvPr>
          <p:cNvSpPr txBox="1"/>
          <p:nvPr/>
        </p:nvSpPr>
        <p:spPr>
          <a:xfrm>
            <a:off x="9694606" y="2281084"/>
            <a:ext cx="2310581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Cleaned up the conflict.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AB34D1-B6C6-A865-DB8F-6A0CA6F0CD97}"/>
              </a:ext>
            </a:extLst>
          </p:cNvPr>
          <p:cNvSpPr/>
          <p:nvPr/>
        </p:nvSpPr>
        <p:spPr>
          <a:xfrm>
            <a:off x="8809703" y="4483510"/>
            <a:ext cx="963562" cy="383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08014-45B7-8B84-645A-6EE4EE813706}"/>
              </a:ext>
            </a:extLst>
          </p:cNvPr>
          <p:cNvSpPr txBox="1"/>
          <p:nvPr/>
        </p:nvSpPr>
        <p:spPr>
          <a:xfrm>
            <a:off x="9989574" y="4483510"/>
            <a:ext cx="1946787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the</a:t>
            </a:r>
            <a:r>
              <a:rPr lang="en-US" dirty="0">
                <a:solidFill>
                  <a:srgbClr val="00B050"/>
                </a:solidFill>
              </a:rPr>
              <a:t> GREEN </a:t>
            </a:r>
            <a:r>
              <a:rPr lang="en-US" dirty="0"/>
              <a:t>Commit merge button.</a:t>
            </a:r>
          </a:p>
        </p:txBody>
      </p:sp>
    </p:spTree>
    <p:extLst>
      <p:ext uri="{BB962C8B-B14F-4D97-AF65-F5344CB8AC3E}">
        <p14:creationId xmlns:p14="http://schemas.microsoft.com/office/powerpoint/2010/main" val="3135139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377B-E5F3-8900-F629-79EB3D039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71" y="137652"/>
            <a:ext cx="5814771" cy="57322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BE3ACC-87C9-9853-BF4C-C4C8361F4AC3}"/>
              </a:ext>
            </a:extLst>
          </p:cNvPr>
          <p:cNvSpPr txBox="1"/>
          <p:nvPr/>
        </p:nvSpPr>
        <p:spPr>
          <a:xfrm>
            <a:off x="6902245" y="4650658"/>
            <a:ext cx="300867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Shows conflict was resolved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9EE7D1-227B-0F15-BC74-D5D4BF56087B}"/>
              </a:ext>
            </a:extLst>
          </p:cNvPr>
          <p:cNvCxnSpPr>
            <a:stCxn id="4" idx="1"/>
          </p:cNvCxnSpPr>
          <p:nvPr/>
        </p:nvCxnSpPr>
        <p:spPr>
          <a:xfrm flipH="1">
            <a:off x="5132439" y="4835324"/>
            <a:ext cx="1769806" cy="18466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494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53ECE-2B6B-4ABC-D607-3DCD88DDC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0" y="151942"/>
            <a:ext cx="7859222" cy="65541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006A98-D660-7EBA-BFC8-95DC235BE4BE}"/>
              </a:ext>
            </a:extLst>
          </p:cNvPr>
          <p:cNvSpPr/>
          <p:nvPr/>
        </p:nvSpPr>
        <p:spPr>
          <a:xfrm>
            <a:off x="121280" y="5820697"/>
            <a:ext cx="7597043" cy="5506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6ED6B-9A28-899B-4C39-2F900687B745}"/>
              </a:ext>
            </a:extLst>
          </p:cNvPr>
          <p:cNvSpPr txBox="1"/>
          <p:nvPr/>
        </p:nvSpPr>
        <p:spPr>
          <a:xfrm>
            <a:off x="10320578" y="151942"/>
            <a:ext cx="1750142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Diff Command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0FE8B-72C6-9509-EE8C-7F4CD47D7872}"/>
              </a:ext>
            </a:extLst>
          </p:cNvPr>
          <p:cNvSpPr txBox="1"/>
          <p:nvPr/>
        </p:nvSpPr>
        <p:spPr>
          <a:xfrm>
            <a:off x="8121444" y="1524000"/>
            <a:ext cx="2536723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Created a change to a file.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BF7EC9-1A26-AAA5-ED24-562CEA77680C}"/>
              </a:ext>
            </a:extLst>
          </p:cNvPr>
          <p:cNvCxnSpPr>
            <a:stCxn id="6" idx="1"/>
          </p:cNvCxnSpPr>
          <p:nvPr/>
        </p:nvCxnSpPr>
        <p:spPr>
          <a:xfrm flipH="1">
            <a:off x="4463845" y="1847166"/>
            <a:ext cx="3657599" cy="1586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06CC41-CEAE-93B0-0173-69F6842E68EA}"/>
              </a:ext>
            </a:extLst>
          </p:cNvPr>
          <p:cNvSpPr txBox="1"/>
          <p:nvPr/>
        </p:nvSpPr>
        <p:spPr>
          <a:xfrm>
            <a:off x="8209935" y="4562168"/>
            <a:ext cx="299883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Used the diff command to see differences.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EEA1A4-506A-86D5-B488-05EED13B9DE6}"/>
              </a:ext>
            </a:extLst>
          </p:cNvPr>
          <p:cNvCxnSpPr/>
          <p:nvPr/>
        </p:nvCxnSpPr>
        <p:spPr>
          <a:xfrm flipH="1">
            <a:off x="2458065" y="4680155"/>
            <a:ext cx="5751870" cy="786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318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FF365E-09E6-5CEB-8AA4-62488A292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81"/>
            <a:ext cx="7734982" cy="6548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57E4F1-A29A-749A-8E8D-2586C0A7C02F}"/>
              </a:ext>
            </a:extLst>
          </p:cNvPr>
          <p:cNvSpPr txBox="1"/>
          <p:nvPr/>
        </p:nvSpPr>
        <p:spPr>
          <a:xfrm>
            <a:off x="7973960" y="334297"/>
            <a:ext cx="322498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Changed README.md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25AC6-2DD1-B4B3-28A3-5764F88585DE}"/>
              </a:ext>
            </a:extLst>
          </p:cNvPr>
          <p:cNvSpPr txBox="1"/>
          <p:nvPr/>
        </p:nvSpPr>
        <p:spPr>
          <a:xfrm>
            <a:off x="7973960" y="1144524"/>
            <a:ext cx="322498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Committed the file I changed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47D93-A253-0CAE-01E9-FD16D71DD0C5}"/>
              </a:ext>
            </a:extLst>
          </p:cNvPr>
          <p:cNvSpPr txBox="1"/>
          <p:nvPr/>
        </p:nvSpPr>
        <p:spPr>
          <a:xfrm>
            <a:off x="7973958" y="1749348"/>
            <a:ext cx="3224981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Checked history with –</a:t>
            </a:r>
            <a:r>
              <a:rPr lang="en-US" dirty="0" err="1"/>
              <a:t>oneline</a:t>
            </a:r>
            <a:r>
              <a:rPr lang="en-US" dirty="0"/>
              <a:t> command</a:t>
            </a:r>
          </a:p>
          <a:p>
            <a:r>
              <a:rPr lang="en-US" dirty="0"/>
              <a:t>Found the commit ID for the cherry-pick 74e5b4f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60631-629F-2329-C44B-B0D025DBD649}"/>
              </a:ext>
            </a:extLst>
          </p:cNvPr>
          <p:cNvSpPr txBox="1"/>
          <p:nvPr/>
        </p:nvSpPr>
        <p:spPr>
          <a:xfrm>
            <a:off x="8018615" y="3266457"/>
            <a:ext cx="322498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Switched branches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E979D-7CB9-AF43-9A4E-A5F0BC49836D}"/>
              </a:ext>
            </a:extLst>
          </p:cNvPr>
          <p:cNvSpPr txBox="1"/>
          <p:nvPr/>
        </p:nvSpPr>
        <p:spPr>
          <a:xfrm>
            <a:off x="7973959" y="6050960"/>
            <a:ext cx="322498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Cherry-Picking 74e5b4f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36C8722-CF86-9827-8DEB-555D51360BCB}"/>
              </a:ext>
            </a:extLst>
          </p:cNvPr>
          <p:cNvSpPr/>
          <p:nvPr/>
        </p:nvSpPr>
        <p:spPr>
          <a:xfrm>
            <a:off x="49161" y="2949677"/>
            <a:ext cx="3893574" cy="314633"/>
          </a:xfrm>
          <a:custGeom>
            <a:avLst/>
            <a:gdLst>
              <a:gd name="csX0" fmla="*/ 0 w 3893574"/>
              <a:gd name="csY0" fmla="*/ 19665 h 314633"/>
              <a:gd name="csX1" fmla="*/ 245807 w 3893574"/>
              <a:gd name="csY1" fmla="*/ 304800 h 314633"/>
              <a:gd name="csX2" fmla="*/ 314633 w 3893574"/>
              <a:gd name="csY2" fmla="*/ 265471 h 314633"/>
              <a:gd name="csX3" fmla="*/ 353962 w 3893574"/>
              <a:gd name="csY3" fmla="*/ 226142 h 314633"/>
              <a:gd name="csX4" fmla="*/ 393291 w 3893574"/>
              <a:gd name="csY4" fmla="*/ 196646 h 314633"/>
              <a:gd name="csX5" fmla="*/ 422787 w 3893574"/>
              <a:gd name="csY5" fmla="*/ 167149 h 314633"/>
              <a:gd name="csX6" fmla="*/ 462116 w 3893574"/>
              <a:gd name="csY6" fmla="*/ 157317 h 314633"/>
              <a:gd name="csX7" fmla="*/ 530942 w 3893574"/>
              <a:gd name="csY7" fmla="*/ 186813 h 314633"/>
              <a:gd name="csX8" fmla="*/ 707923 w 3893574"/>
              <a:gd name="csY8" fmla="*/ 304800 h 314633"/>
              <a:gd name="csX9" fmla="*/ 816078 w 3893574"/>
              <a:gd name="csY9" fmla="*/ 314633 h 314633"/>
              <a:gd name="csX10" fmla="*/ 953729 w 3893574"/>
              <a:gd name="csY10" fmla="*/ 285136 h 314633"/>
              <a:gd name="csX11" fmla="*/ 1170039 w 3893574"/>
              <a:gd name="csY11" fmla="*/ 117988 h 314633"/>
              <a:gd name="csX12" fmla="*/ 1396181 w 3893574"/>
              <a:gd name="csY12" fmla="*/ 29497 h 314633"/>
              <a:gd name="csX13" fmla="*/ 1474839 w 3893574"/>
              <a:gd name="csY13" fmla="*/ 0 h 314633"/>
              <a:gd name="csX14" fmla="*/ 1582994 w 3893574"/>
              <a:gd name="csY14" fmla="*/ 49162 h 314633"/>
              <a:gd name="csX15" fmla="*/ 1661652 w 3893574"/>
              <a:gd name="csY15" fmla="*/ 98323 h 314633"/>
              <a:gd name="csX16" fmla="*/ 1799304 w 3893574"/>
              <a:gd name="csY16" fmla="*/ 137652 h 314633"/>
              <a:gd name="csX17" fmla="*/ 1936955 w 3893574"/>
              <a:gd name="csY17" fmla="*/ 117988 h 314633"/>
              <a:gd name="csX18" fmla="*/ 1995949 w 3893574"/>
              <a:gd name="csY18" fmla="*/ 78658 h 314633"/>
              <a:gd name="csX19" fmla="*/ 2163097 w 3893574"/>
              <a:gd name="csY19" fmla="*/ 9833 h 314633"/>
              <a:gd name="csX20" fmla="*/ 2271252 w 3893574"/>
              <a:gd name="csY20" fmla="*/ 39329 h 314633"/>
              <a:gd name="csX21" fmla="*/ 2310581 w 3893574"/>
              <a:gd name="csY21" fmla="*/ 98323 h 314633"/>
              <a:gd name="csX22" fmla="*/ 2340078 w 3893574"/>
              <a:gd name="csY22" fmla="*/ 137652 h 314633"/>
              <a:gd name="csX23" fmla="*/ 2585884 w 3893574"/>
              <a:gd name="csY23" fmla="*/ 186813 h 314633"/>
              <a:gd name="csX24" fmla="*/ 2772697 w 3893574"/>
              <a:gd name="csY24" fmla="*/ 137652 h 314633"/>
              <a:gd name="csX25" fmla="*/ 2910349 w 3893574"/>
              <a:gd name="csY25" fmla="*/ 98323 h 314633"/>
              <a:gd name="csX26" fmla="*/ 3018504 w 3893574"/>
              <a:gd name="csY26" fmla="*/ 39329 h 314633"/>
              <a:gd name="csX27" fmla="*/ 3156155 w 3893574"/>
              <a:gd name="csY27" fmla="*/ 147484 h 314633"/>
              <a:gd name="csX28" fmla="*/ 3283974 w 3893574"/>
              <a:gd name="csY28" fmla="*/ 206478 h 314633"/>
              <a:gd name="csX29" fmla="*/ 3372465 w 3893574"/>
              <a:gd name="csY29" fmla="*/ 157317 h 314633"/>
              <a:gd name="csX30" fmla="*/ 3421626 w 3893574"/>
              <a:gd name="csY30" fmla="*/ 127820 h 314633"/>
              <a:gd name="csX31" fmla="*/ 3519949 w 3893574"/>
              <a:gd name="csY31" fmla="*/ 88491 h 314633"/>
              <a:gd name="csX32" fmla="*/ 3618271 w 3893574"/>
              <a:gd name="csY32" fmla="*/ 206478 h 314633"/>
              <a:gd name="csX33" fmla="*/ 3657600 w 3893574"/>
              <a:gd name="csY33" fmla="*/ 226142 h 314633"/>
              <a:gd name="csX34" fmla="*/ 3736258 w 3893574"/>
              <a:gd name="csY34" fmla="*/ 196646 h 314633"/>
              <a:gd name="csX35" fmla="*/ 3805084 w 3893574"/>
              <a:gd name="csY35" fmla="*/ 137652 h 314633"/>
              <a:gd name="csX36" fmla="*/ 3834581 w 3893574"/>
              <a:gd name="csY36" fmla="*/ 127820 h 314633"/>
              <a:gd name="csX37" fmla="*/ 3864078 w 3893574"/>
              <a:gd name="csY37" fmla="*/ 157317 h 314633"/>
              <a:gd name="csX38" fmla="*/ 3893574 w 3893574"/>
              <a:gd name="csY38" fmla="*/ 196646 h 314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893574" h="314633">
                <a:moveTo>
                  <a:pt x="0" y="19665"/>
                </a:moveTo>
                <a:cubicBezTo>
                  <a:pt x="81936" y="114710"/>
                  <a:pt x="146920" y="227545"/>
                  <a:pt x="245807" y="304800"/>
                </a:cubicBezTo>
                <a:cubicBezTo>
                  <a:pt x="266629" y="321067"/>
                  <a:pt x="293263" y="281013"/>
                  <a:pt x="314633" y="265471"/>
                </a:cubicBezTo>
                <a:cubicBezTo>
                  <a:pt x="329627" y="254566"/>
                  <a:pt x="340009" y="238351"/>
                  <a:pt x="353962" y="226142"/>
                </a:cubicBezTo>
                <a:cubicBezTo>
                  <a:pt x="366294" y="215351"/>
                  <a:pt x="380849" y="207310"/>
                  <a:pt x="393291" y="196646"/>
                </a:cubicBezTo>
                <a:cubicBezTo>
                  <a:pt x="403848" y="187597"/>
                  <a:pt x="410714" y="174048"/>
                  <a:pt x="422787" y="167149"/>
                </a:cubicBezTo>
                <a:cubicBezTo>
                  <a:pt x="434520" y="160445"/>
                  <a:pt x="449006" y="160594"/>
                  <a:pt x="462116" y="157317"/>
                </a:cubicBezTo>
                <a:cubicBezTo>
                  <a:pt x="485058" y="167149"/>
                  <a:pt x="509986" y="173254"/>
                  <a:pt x="530942" y="186813"/>
                </a:cubicBezTo>
                <a:cubicBezTo>
                  <a:pt x="597806" y="230077"/>
                  <a:pt x="629684" y="284210"/>
                  <a:pt x="707923" y="304800"/>
                </a:cubicBezTo>
                <a:cubicBezTo>
                  <a:pt x="742931" y="314013"/>
                  <a:pt x="780026" y="311355"/>
                  <a:pt x="816078" y="314633"/>
                </a:cubicBezTo>
                <a:cubicBezTo>
                  <a:pt x="861962" y="304801"/>
                  <a:pt x="910848" y="304194"/>
                  <a:pt x="953729" y="285136"/>
                </a:cubicBezTo>
                <a:cubicBezTo>
                  <a:pt x="1126818" y="208208"/>
                  <a:pt x="1033054" y="205161"/>
                  <a:pt x="1170039" y="117988"/>
                </a:cubicBezTo>
                <a:cubicBezTo>
                  <a:pt x="1258875" y="61456"/>
                  <a:pt x="1303992" y="60227"/>
                  <a:pt x="1396181" y="29497"/>
                </a:cubicBezTo>
                <a:cubicBezTo>
                  <a:pt x="1422746" y="20642"/>
                  <a:pt x="1448620" y="9832"/>
                  <a:pt x="1474839" y="0"/>
                </a:cubicBezTo>
                <a:cubicBezTo>
                  <a:pt x="1510891" y="16387"/>
                  <a:pt x="1547950" y="30718"/>
                  <a:pt x="1582994" y="49162"/>
                </a:cubicBezTo>
                <a:cubicBezTo>
                  <a:pt x="1610355" y="63562"/>
                  <a:pt x="1633035" y="86616"/>
                  <a:pt x="1661652" y="98323"/>
                </a:cubicBezTo>
                <a:cubicBezTo>
                  <a:pt x="1705819" y="116391"/>
                  <a:pt x="1753420" y="124542"/>
                  <a:pt x="1799304" y="137652"/>
                </a:cubicBezTo>
                <a:cubicBezTo>
                  <a:pt x="1845188" y="131097"/>
                  <a:pt x="1892560" y="131307"/>
                  <a:pt x="1936955" y="117988"/>
                </a:cubicBezTo>
                <a:cubicBezTo>
                  <a:pt x="1959592" y="111197"/>
                  <a:pt x="1974296" y="88131"/>
                  <a:pt x="1995949" y="78658"/>
                </a:cubicBezTo>
                <a:cubicBezTo>
                  <a:pt x="2246519" y="-30967"/>
                  <a:pt x="1966536" y="122153"/>
                  <a:pt x="2163097" y="9833"/>
                </a:cubicBezTo>
                <a:cubicBezTo>
                  <a:pt x="2199622" y="14398"/>
                  <a:pt x="2243856" y="8019"/>
                  <a:pt x="2271252" y="39329"/>
                </a:cubicBezTo>
                <a:cubicBezTo>
                  <a:pt x="2286815" y="57115"/>
                  <a:pt x="2297028" y="78961"/>
                  <a:pt x="2310581" y="98323"/>
                </a:cubicBezTo>
                <a:cubicBezTo>
                  <a:pt x="2319978" y="111748"/>
                  <a:pt x="2325228" y="130722"/>
                  <a:pt x="2340078" y="137652"/>
                </a:cubicBezTo>
                <a:cubicBezTo>
                  <a:pt x="2389201" y="160576"/>
                  <a:pt x="2535693" y="179091"/>
                  <a:pt x="2585884" y="186813"/>
                </a:cubicBezTo>
                <a:cubicBezTo>
                  <a:pt x="2750588" y="153873"/>
                  <a:pt x="2619109" y="184396"/>
                  <a:pt x="2772697" y="137652"/>
                </a:cubicBezTo>
                <a:cubicBezTo>
                  <a:pt x="2818350" y="123758"/>
                  <a:pt x="2865502" y="114631"/>
                  <a:pt x="2910349" y="98323"/>
                </a:cubicBezTo>
                <a:cubicBezTo>
                  <a:pt x="2959425" y="80477"/>
                  <a:pt x="2980802" y="64464"/>
                  <a:pt x="3018504" y="39329"/>
                </a:cubicBezTo>
                <a:cubicBezTo>
                  <a:pt x="3169369" y="129849"/>
                  <a:pt x="2913237" y="-27958"/>
                  <a:pt x="3156155" y="147484"/>
                </a:cubicBezTo>
                <a:cubicBezTo>
                  <a:pt x="3221058" y="194359"/>
                  <a:pt x="3226086" y="192006"/>
                  <a:pt x="3283974" y="206478"/>
                </a:cubicBezTo>
                <a:cubicBezTo>
                  <a:pt x="3369047" y="189464"/>
                  <a:pt x="3301648" y="212397"/>
                  <a:pt x="3372465" y="157317"/>
                </a:cubicBezTo>
                <a:cubicBezTo>
                  <a:pt x="3387550" y="145584"/>
                  <a:pt x="3404533" y="136367"/>
                  <a:pt x="3421626" y="127820"/>
                </a:cubicBezTo>
                <a:cubicBezTo>
                  <a:pt x="3466401" y="105432"/>
                  <a:pt x="3480715" y="101569"/>
                  <a:pt x="3519949" y="88491"/>
                </a:cubicBezTo>
                <a:cubicBezTo>
                  <a:pt x="3522172" y="91349"/>
                  <a:pt x="3590311" y="186507"/>
                  <a:pt x="3618271" y="206478"/>
                </a:cubicBezTo>
                <a:cubicBezTo>
                  <a:pt x="3630198" y="214997"/>
                  <a:pt x="3644490" y="219587"/>
                  <a:pt x="3657600" y="226142"/>
                </a:cubicBezTo>
                <a:cubicBezTo>
                  <a:pt x="3683819" y="216310"/>
                  <a:pt x="3710766" y="208233"/>
                  <a:pt x="3736258" y="196646"/>
                </a:cubicBezTo>
                <a:cubicBezTo>
                  <a:pt x="3777925" y="177707"/>
                  <a:pt x="3762507" y="168064"/>
                  <a:pt x="3805084" y="137652"/>
                </a:cubicBezTo>
                <a:cubicBezTo>
                  <a:pt x="3813518" y="131628"/>
                  <a:pt x="3824749" y="131097"/>
                  <a:pt x="3834581" y="127820"/>
                </a:cubicBezTo>
                <a:cubicBezTo>
                  <a:pt x="3844413" y="137652"/>
                  <a:pt x="3855176" y="146635"/>
                  <a:pt x="3864078" y="157317"/>
                </a:cubicBezTo>
                <a:cubicBezTo>
                  <a:pt x="3919684" y="224044"/>
                  <a:pt x="3862297" y="165366"/>
                  <a:pt x="3893574" y="19664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BD13F-F857-3F9D-FF84-258DFB9C5C72}"/>
              </a:ext>
            </a:extLst>
          </p:cNvPr>
          <p:cNvSpPr txBox="1"/>
          <p:nvPr/>
        </p:nvSpPr>
        <p:spPr>
          <a:xfrm>
            <a:off x="8018615" y="4380722"/>
            <a:ext cx="322498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Pull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FEF554-AABE-4248-4219-84895E09DFCC}"/>
              </a:ext>
            </a:extLst>
          </p:cNvPr>
          <p:cNvCxnSpPr>
            <a:stCxn id="4" idx="1"/>
          </p:cNvCxnSpPr>
          <p:nvPr/>
        </p:nvCxnSpPr>
        <p:spPr>
          <a:xfrm flipH="1">
            <a:off x="4090219" y="518963"/>
            <a:ext cx="3883741" cy="90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BC9953-D3B7-AC24-02F5-C07487FF5C84}"/>
              </a:ext>
            </a:extLst>
          </p:cNvPr>
          <p:cNvCxnSpPr>
            <a:cxnSpLocks/>
          </p:cNvCxnSpPr>
          <p:nvPr/>
        </p:nvCxnSpPr>
        <p:spPr>
          <a:xfrm flipH="1" flipV="1">
            <a:off x="3785419" y="1178518"/>
            <a:ext cx="4193866" cy="618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0E6ECF-9E09-92A6-822F-D4E08B6F7AC4}"/>
              </a:ext>
            </a:extLst>
          </p:cNvPr>
          <p:cNvCxnSpPr/>
          <p:nvPr/>
        </p:nvCxnSpPr>
        <p:spPr>
          <a:xfrm flipH="1">
            <a:off x="4090219" y="1988745"/>
            <a:ext cx="3883741" cy="90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7261B7-6D85-CBCC-A914-155FB07FADE7}"/>
              </a:ext>
            </a:extLst>
          </p:cNvPr>
          <p:cNvCxnSpPr/>
          <p:nvPr/>
        </p:nvCxnSpPr>
        <p:spPr>
          <a:xfrm flipH="1">
            <a:off x="4123130" y="3444060"/>
            <a:ext cx="3883741" cy="90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087174-8D25-6AF0-E658-B8A1AF78A740}"/>
              </a:ext>
            </a:extLst>
          </p:cNvPr>
          <p:cNvCxnSpPr/>
          <p:nvPr/>
        </p:nvCxnSpPr>
        <p:spPr>
          <a:xfrm flipH="1">
            <a:off x="4090219" y="4409681"/>
            <a:ext cx="3883741" cy="90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0D052A-BCAC-4008-B4F0-0E0B919BB296}"/>
              </a:ext>
            </a:extLst>
          </p:cNvPr>
          <p:cNvCxnSpPr/>
          <p:nvPr/>
        </p:nvCxnSpPr>
        <p:spPr>
          <a:xfrm flipH="1">
            <a:off x="4090219" y="6050960"/>
            <a:ext cx="3883741" cy="90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377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A9C5F9-404E-BFA0-5551-79DCE15C8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70162" cy="4218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CCD198-C3AC-ECCF-31BB-1E8987D8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8039"/>
            <a:ext cx="7629832" cy="25204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67CF4B-6AF4-4988-5D67-1FA6BC08FCA5}"/>
              </a:ext>
            </a:extLst>
          </p:cNvPr>
          <p:cNvSpPr/>
          <p:nvPr/>
        </p:nvSpPr>
        <p:spPr>
          <a:xfrm>
            <a:off x="481781" y="6164826"/>
            <a:ext cx="2821858" cy="265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B4E9D-3ACD-BB7E-852E-1A11E277B70F}"/>
              </a:ext>
            </a:extLst>
          </p:cNvPr>
          <p:cNvSpPr txBox="1"/>
          <p:nvPr/>
        </p:nvSpPr>
        <p:spPr>
          <a:xfrm>
            <a:off x="7767483" y="5293575"/>
            <a:ext cx="3018504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line that I added for cherry-pick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49FCC9-A0C2-E187-0420-7CBE452E3FE3}"/>
              </a:ext>
            </a:extLst>
          </p:cNvPr>
          <p:cNvSpPr txBox="1"/>
          <p:nvPr/>
        </p:nvSpPr>
        <p:spPr>
          <a:xfrm>
            <a:off x="5958347" y="998226"/>
            <a:ext cx="3932903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Resolved conflict in the README.md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497EC-A4AE-96D3-8E02-572B9D14EB2A}"/>
              </a:ext>
            </a:extLst>
          </p:cNvPr>
          <p:cNvSpPr txBox="1"/>
          <p:nvPr/>
        </p:nvSpPr>
        <p:spPr>
          <a:xfrm>
            <a:off x="5958348" y="2893480"/>
            <a:ext cx="393290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Pushed changes to the repo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3BFAE-EA1B-5AE5-31C8-2EAFB1EC1924}"/>
              </a:ext>
            </a:extLst>
          </p:cNvPr>
          <p:cNvSpPr txBox="1"/>
          <p:nvPr/>
        </p:nvSpPr>
        <p:spPr>
          <a:xfrm>
            <a:off x="5958347" y="1983446"/>
            <a:ext cx="393290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Continued the cherry-pick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1B3E04-BBC0-A5C4-AD94-F9B44B2392AA}"/>
              </a:ext>
            </a:extLst>
          </p:cNvPr>
          <p:cNvCxnSpPr/>
          <p:nvPr/>
        </p:nvCxnSpPr>
        <p:spPr>
          <a:xfrm flipH="1" flipV="1">
            <a:off x="3519947" y="2109019"/>
            <a:ext cx="2438400" cy="912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491611-964A-CD22-F53D-F79DF64516C4}"/>
              </a:ext>
            </a:extLst>
          </p:cNvPr>
          <p:cNvCxnSpPr/>
          <p:nvPr/>
        </p:nvCxnSpPr>
        <p:spPr>
          <a:xfrm flipH="1" flipV="1">
            <a:off x="3672348" y="2954594"/>
            <a:ext cx="2438400" cy="912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D650B4-7314-5A8B-7F92-6587BB221120}"/>
              </a:ext>
            </a:extLst>
          </p:cNvPr>
          <p:cNvCxnSpPr/>
          <p:nvPr/>
        </p:nvCxnSpPr>
        <p:spPr>
          <a:xfrm flipH="1" flipV="1">
            <a:off x="3519947" y="982576"/>
            <a:ext cx="2438400" cy="912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B96E0B6-928C-5136-900B-F3D36A6C2192}"/>
              </a:ext>
            </a:extLst>
          </p:cNvPr>
          <p:cNvSpPr txBox="1"/>
          <p:nvPr/>
        </p:nvSpPr>
        <p:spPr>
          <a:xfrm>
            <a:off x="5830528" y="119556"/>
            <a:ext cx="3185653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Had a conflict</a:t>
            </a:r>
          </a:p>
          <a:p>
            <a:r>
              <a:rPr lang="en-US" dirty="0"/>
              <a:t>(</a:t>
            </a:r>
            <a:r>
              <a:rPr lang="en-US" dirty="0" err="1"/>
              <a:t>main|CHERRY-PICKING</a:t>
            </a:r>
            <a:r>
              <a:rPr lang="en-US" dirty="0"/>
              <a:t>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DC7459-EC77-3AAF-C735-49763D68DFE6}"/>
              </a:ext>
            </a:extLst>
          </p:cNvPr>
          <p:cNvCxnSpPr/>
          <p:nvPr/>
        </p:nvCxnSpPr>
        <p:spPr>
          <a:xfrm flipH="1" flipV="1">
            <a:off x="4277032" y="206477"/>
            <a:ext cx="1553496" cy="1081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257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51B93-7763-9D54-C403-4D59003AB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5" y="4363069"/>
            <a:ext cx="8640381" cy="2143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2DE082-13EF-A5EA-EF37-263625339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5" y="139086"/>
            <a:ext cx="5115639" cy="1892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1061A0-6C02-2034-0D79-E2333C97B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5" y="2207902"/>
            <a:ext cx="5477639" cy="189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2603F3-AA1A-2976-6370-79FE4B5A6E68}"/>
              </a:ext>
            </a:extLst>
          </p:cNvPr>
          <p:cNvSpPr/>
          <p:nvPr/>
        </p:nvSpPr>
        <p:spPr>
          <a:xfrm>
            <a:off x="77225" y="6076335"/>
            <a:ext cx="3324736" cy="2359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862019-DFF9-D70F-6D7F-169B95EC1DE4}"/>
              </a:ext>
            </a:extLst>
          </p:cNvPr>
          <p:cNvSpPr txBox="1"/>
          <p:nvPr/>
        </p:nvSpPr>
        <p:spPr>
          <a:xfrm>
            <a:off x="5712542" y="2494931"/>
            <a:ext cx="262521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Pushed to the repo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C561C-0486-3ADE-3E34-BD2C260F9EA5}"/>
              </a:ext>
            </a:extLst>
          </p:cNvPr>
          <p:cNvSpPr txBox="1"/>
          <p:nvPr/>
        </p:nvSpPr>
        <p:spPr>
          <a:xfrm>
            <a:off x="5554863" y="799190"/>
            <a:ext cx="262521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Staged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40C92-5979-488F-1FD6-2A063BA31E2D}"/>
              </a:ext>
            </a:extLst>
          </p:cNvPr>
          <p:cNvSpPr txBox="1"/>
          <p:nvPr/>
        </p:nvSpPr>
        <p:spPr>
          <a:xfrm>
            <a:off x="5554864" y="166841"/>
            <a:ext cx="262521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Changed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D9EBDF-42D7-6809-0BBD-A8B2588198EB}"/>
              </a:ext>
            </a:extLst>
          </p:cNvPr>
          <p:cNvSpPr txBox="1"/>
          <p:nvPr/>
        </p:nvSpPr>
        <p:spPr>
          <a:xfrm>
            <a:off x="5554862" y="1545504"/>
            <a:ext cx="2625213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Using commit to link #</a:t>
            </a:r>
            <a:r>
              <a:rPr lang="en-US"/>
              <a:t>5 issue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818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4DD68-4BFA-51B4-D259-E47BC69C0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22" y="393290"/>
            <a:ext cx="8968249" cy="57125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0297B8-37D2-8AF1-BFDD-7AB108702621}"/>
              </a:ext>
            </a:extLst>
          </p:cNvPr>
          <p:cNvSpPr txBox="1"/>
          <p:nvPr/>
        </p:nvSpPr>
        <p:spPr>
          <a:xfrm>
            <a:off x="9527458" y="904568"/>
            <a:ext cx="252812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Link an issue with a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55E7F-3DD1-C88A-8F60-E28CA334E8B3}"/>
              </a:ext>
            </a:extLst>
          </p:cNvPr>
          <p:cNvSpPr/>
          <p:nvPr/>
        </p:nvSpPr>
        <p:spPr>
          <a:xfrm>
            <a:off x="747252" y="3883742"/>
            <a:ext cx="3696929" cy="12978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559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9D8376-CBE1-2089-FE95-CA61722AAA20}"/>
              </a:ext>
            </a:extLst>
          </p:cNvPr>
          <p:cNvSpPr txBox="1"/>
          <p:nvPr/>
        </p:nvSpPr>
        <p:spPr>
          <a:xfrm>
            <a:off x="3244645" y="1986116"/>
            <a:ext cx="1278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8</a:t>
            </a:r>
          </a:p>
        </p:txBody>
      </p:sp>
    </p:spTree>
    <p:extLst>
      <p:ext uri="{BB962C8B-B14F-4D97-AF65-F5344CB8AC3E}">
        <p14:creationId xmlns:p14="http://schemas.microsoft.com/office/powerpoint/2010/main" val="1879458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DD4A9-80CA-DAD3-A310-D4A9CC454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1235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CDD09F-4C63-724B-307E-0B18E0B74F75}"/>
              </a:ext>
            </a:extLst>
          </p:cNvPr>
          <p:cNvSpPr/>
          <p:nvPr/>
        </p:nvSpPr>
        <p:spPr>
          <a:xfrm>
            <a:off x="2900516" y="894735"/>
            <a:ext cx="3195484" cy="5702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3149AA-6476-A8B7-EFF6-51E3C41E1CA9}"/>
              </a:ext>
            </a:extLst>
          </p:cNvPr>
          <p:cNvSpPr/>
          <p:nvPr/>
        </p:nvSpPr>
        <p:spPr>
          <a:xfrm>
            <a:off x="7152967" y="481781"/>
            <a:ext cx="1076633" cy="452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6EFBA-8FCD-E00F-1A2B-86AD5BDCBE3D}"/>
              </a:ext>
            </a:extLst>
          </p:cNvPr>
          <p:cNvSpPr txBox="1"/>
          <p:nvPr/>
        </p:nvSpPr>
        <p:spPr>
          <a:xfrm>
            <a:off x="275303" y="1071716"/>
            <a:ext cx="156824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a Repo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20949-FA75-D425-352B-353F2F81061F}"/>
              </a:ext>
            </a:extLst>
          </p:cNvPr>
          <p:cNvSpPr txBox="1"/>
          <p:nvPr/>
        </p:nvSpPr>
        <p:spPr>
          <a:xfrm>
            <a:off x="8642553" y="523211"/>
            <a:ext cx="191729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Settings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AA7730-EEB7-A735-93A4-7FFF752D8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25" y="2123587"/>
            <a:ext cx="3630628" cy="45145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EF661-F8FF-1F01-372E-FAFB6EF2D525}"/>
              </a:ext>
            </a:extLst>
          </p:cNvPr>
          <p:cNvSpPr/>
          <p:nvPr/>
        </p:nvSpPr>
        <p:spPr>
          <a:xfrm>
            <a:off x="1710813" y="6420465"/>
            <a:ext cx="658761" cy="2176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39F19-B522-184B-B47E-BDDE580EF6B7}"/>
              </a:ext>
            </a:extLst>
          </p:cNvPr>
          <p:cNvSpPr txBox="1"/>
          <p:nvPr/>
        </p:nvSpPr>
        <p:spPr>
          <a:xfrm>
            <a:off x="3183259" y="6268768"/>
            <a:ext cx="146500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Pages</a:t>
            </a:r>
          </a:p>
        </p:txBody>
      </p:sp>
    </p:spTree>
    <p:extLst>
      <p:ext uri="{BB962C8B-B14F-4D97-AF65-F5344CB8AC3E}">
        <p14:creationId xmlns:p14="http://schemas.microsoft.com/office/powerpoint/2010/main" val="41846045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04DBD8-CAF2-7B04-5F9C-CBC41127D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28" y="437375"/>
            <a:ext cx="8087854" cy="2286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237162-F59A-00A0-0516-A5C463FF05D8}"/>
              </a:ext>
            </a:extLst>
          </p:cNvPr>
          <p:cNvSpPr txBox="1"/>
          <p:nvPr/>
        </p:nvSpPr>
        <p:spPr>
          <a:xfrm>
            <a:off x="3765755" y="115678"/>
            <a:ext cx="3372464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Under build and deployment</a:t>
            </a:r>
          </a:p>
          <a:p>
            <a:r>
              <a:rPr lang="en-US" dirty="0"/>
              <a:t>Source: Deploy from a branch</a:t>
            </a:r>
          </a:p>
          <a:p>
            <a:r>
              <a:rPr lang="en-US" dirty="0"/>
              <a:t>Branch: Choose Main</a:t>
            </a:r>
          </a:p>
          <a:p>
            <a:r>
              <a:rPr lang="en-US" dirty="0"/>
              <a:t>Folder: Choose /root</a:t>
            </a:r>
          </a:p>
          <a:p>
            <a:r>
              <a:rPr lang="en-US" dirty="0"/>
              <a:t>Choose Save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580B9E-3D12-33D6-5DA7-B9DBF3290408}"/>
              </a:ext>
            </a:extLst>
          </p:cNvPr>
          <p:cNvSpPr/>
          <p:nvPr/>
        </p:nvSpPr>
        <p:spPr>
          <a:xfrm>
            <a:off x="432619" y="1022555"/>
            <a:ext cx="1789471" cy="442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00F07C-CC9F-54D0-D41B-0DF88E569DF7}"/>
              </a:ext>
            </a:extLst>
          </p:cNvPr>
          <p:cNvSpPr/>
          <p:nvPr/>
        </p:nvSpPr>
        <p:spPr>
          <a:xfrm>
            <a:off x="432619" y="2202426"/>
            <a:ext cx="973394" cy="3785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77AF6-82C1-6436-C959-9539151DF5A6}"/>
              </a:ext>
            </a:extLst>
          </p:cNvPr>
          <p:cNvSpPr/>
          <p:nvPr/>
        </p:nvSpPr>
        <p:spPr>
          <a:xfrm>
            <a:off x="1507204" y="2202427"/>
            <a:ext cx="1088512" cy="3785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A6205F-5517-28B0-4631-CD9BA5A90F59}"/>
              </a:ext>
            </a:extLst>
          </p:cNvPr>
          <p:cNvSpPr/>
          <p:nvPr/>
        </p:nvSpPr>
        <p:spPr>
          <a:xfrm>
            <a:off x="2682980" y="2202426"/>
            <a:ext cx="669820" cy="3785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26B97-3F23-844C-6E93-96DEC0F54733}"/>
              </a:ext>
            </a:extLst>
          </p:cNvPr>
          <p:cNvSpPr txBox="1"/>
          <p:nvPr/>
        </p:nvSpPr>
        <p:spPr>
          <a:xfrm>
            <a:off x="599155" y="3045391"/>
            <a:ext cx="271370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 for your site to build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2961CA-D125-8E62-E8AE-0A73EEF3F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02" y="4346019"/>
            <a:ext cx="7744906" cy="18957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321396-07D2-BD21-091B-C4A06779D8E4}"/>
              </a:ext>
            </a:extLst>
          </p:cNvPr>
          <p:cNvSpPr txBox="1"/>
          <p:nvPr/>
        </p:nvSpPr>
        <p:spPr>
          <a:xfrm>
            <a:off x="3687097" y="4134307"/>
            <a:ext cx="4678698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After your site is built it will show at the top if your GitHub Pages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FE7413-3A21-FA5C-1F02-405B29B7BF3F}"/>
              </a:ext>
            </a:extLst>
          </p:cNvPr>
          <p:cNvSpPr/>
          <p:nvPr/>
        </p:nvSpPr>
        <p:spPr>
          <a:xfrm>
            <a:off x="757084" y="5397910"/>
            <a:ext cx="4503174" cy="6292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428CE-AC14-A03E-33CE-B1FD8FCF94A4}"/>
              </a:ext>
            </a:extLst>
          </p:cNvPr>
          <p:cNvSpPr txBox="1"/>
          <p:nvPr/>
        </p:nvSpPr>
        <p:spPr>
          <a:xfrm>
            <a:off x="2851355" y="6361471"/>
            <a:ext cx="161249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Your new site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79AC20-C581-79F5-0FB9-8FA46F356C1A}"/>
              </a:ext>
            </a:extLst>
          </p:cNvPr>
          <p:cNvSpPr txBox="1"/>
          <p:nvPr/>
        </p:nvSpPr>
        <p:spPr>
          <a:xfrm>
            <a:off x="8731045" y="437375"/>
            <a:ext cx="287102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 up GitHub pages</a:t>
            </a:r>
          </a:p>
        </p:txBody>
      </p:sp>
    </p:spTree>
    <p:extLst>
      <p:ext uri="{BB962C8B-B14F-4D97-AF65-F5344CB8AC3E}">
        <p14:creationId xmlns:p14="http://schemas.microsoft.com/office/powerpoint/2010/main" val="63470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302F4B-B4E1-1F9B-83D9-5BC8593C0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19" y="137291"/>
            <a:ext cx="6507010" cy="653881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04EEF7-5126-7D1F-C86F-1A581F77CBB2}"/>
              </a:ext>
            </a:extLst>
          </p:cNvPr>
          <p:cNvSpPr/>
          <p:nvPr/>
        </p:nvSpPr>
        <p:spPr>
          <a:xfrm>
            <a:off x="265471" y="4680155"/>
            <a:ext cx="5567448" cy="363793"/>
          </a:xfrm>
          <a:custGeom>
            <a:avLst/>
            <a:gdLst>
              <a:gd name="csX0" fmla="*/ 0 w 5567448"/>
              <a:gd name="csY0" fmla="*/ 0 h 363793"/>
              <a:gd name="csX1" fmla="*/ 98323 w 5567448"/>
              <a:gd name="csY1" fmla="*/ 78658 h 363793"/>
              <a:gd name="csX2" fmla="*/ 157316 w 5567448"/>
              <a:gd name="csY2" fmla="*/ 127819 h 363793"/>
              <a:gd name="csX3" fmla="*/ 176981 w 5567448"/>
              <a:gd name="csY3" fmla="*/ 157316 h 363793"/>
              <a:gd name="csX4" fmla="*/ 216310 w 5567448"/>
              <a:gd name="csY4" fmla="*/ 206477 h 363793"/>
              <a:gd name="csX5" fmla="*/ 245806 w 5567448"/>
              <a:gd name="csY5" fmla="*/ 235974 h 363793"/>
              <a:gd name="csX6" fmla="*/ 285135 w 5567448"/>
              <a:gd name="csY6" fmla="*/ 285135 h 363793"/>
              <a:gd name="csX7" fmla="*/ 412955 w 5567448"/>
              <a:gd name="csY7" fmla="*/ 363793 h 363793"/>
              <a:gd name="csX8" fmla="*/ 619432 w 5567448"/>
              <a:gd name="csY8" fmla="*/ 353961 h 363793"/>
              <a:gd name="csX9" fmla="*/ 648929 w 5567448"/>
              <a:gd name="csY9" fmla="*/ 334297 h 363793"/>
              <a:gd name="csX10" fmla="*/ 717755 w 5567448"/>
              <a:gd name="csY10" fmla="*/ 265471 h 363793"/>
              <a:gd name="csX11" fmla="*/ 747252 w 5567448"/>
              <a:gd name="csY11" fmla="*/ 186813 h 363793"/>
              <a:gd name="csX12" fmla="*/ 786581 w 5567448"/>
              <a:gd name="csY12" fmla="*/ 108155 h 363793"/>
              <a:gd name="csX13" fmla="*/ 816077 w 5567448"/>
              <a:gd name="csY13" fmla="*/ 78658 h 363793"/>
              <a:gd name="csX14" fmla="*/ 884903 w 5567448"/>
              <a:gd name="csY14" fmla="*/ 29497 h 363793"/>
              <a:gd name="csX15" fmla="*/ 943897 w 5567448"/>
              <a:gd name="csY15" fmla="*/ 58993 h 363793"/>
              <a:gd name="csX16" fmla="*/ 1012723 w 5567448"/>
              <a:gd name="csY16" fmla="*/ 157316 h 363793"/>
              <a:gd name="csX17" fmla="*/ 1091381 w 5567448"/>
              <a:gd name="csY17" fmla="*/ 245806 h 363793"/>
              <a:gd name="csX18" fmla="*/ 1219200 w 5567448"/>
              <a:gd name="csY18" fmla="*/ 294968 h 363793"/>
              <a:gd name="csX19" fmla="*/ 1307690 w 5567448"/>
              <a:gd name="csY19" fmla="*/ 275303 h 363793"/>
              <a:gd name="csX20" fmla="*/ 1386348 w 5567448"/>
              <a:gd name="csY20" fmla="*/ 206477 h 363793"/>
              <a:gd name="csX21" fmla="*/ 1504335 w 5567448"/>
              <a:gd name="csY21" fmla="*/ 117987 h 363793"/>
              <a:gd name="csX22" fmla="*/ 1533832 w 5567448"/>
              <a:gd name="csY22" fmla="*/ 78658 h 363793"/>
              <a:gd name="csX23" fmla="*/ 1592826 w 5567448"/>
              <a:gd name="csY23" fmla="*/ 39329 h 363793"/>
              <a:gd name="csX24" fmla="*/ 1671484 w 5567448"/>
              <a:gd name="csY24" fmla="*/ 186813 h 363793"/>
              <a:gd name="csX25" fmla="*/ 1730477 w 5567448"/>
              <a:gd name="csY25" fmla="*/ 255639 h 363793"/>
              <a:gd name="csX26" fmla="*/ 1828800 w 5567448"/>
              <a:gd name="csY26" fmla="*/ 294968 h 363793"/>
              <a:gd name="csX27" fmla="*/ 1936955 w 5567448"/>
              <a:gd name="csY27" fmla="*/ 304800 h 363793"/>
              <a:gd name="csX28" fmla="*/ 2094271 w 5567448"/>
              <a:gd name="csY28" fmla="*/ 235974 h 363793"/>
              <a:gd name="csX29" fmla="*/ 2222090 w 5567448"/>
              <a:gd name="csY29" fmla="*/ 206477 h 363793"/>
              <a:gd name="csX30" fmla="*/ 2369574 w 5567448"/>
              <a:gd name="csY30" fmla="*/ 167148 h 363793"/>
              <a:gd name="csX31" fmla="*/ 2477729 w 5567448"/>
              <a:gd name="csY31" fmla="*/ 68826 h 363793"/>
              <a:gd name="csX32" fmla="*/ 2497394 w 5567448"/>
              <a:gd name="csY32" fmla="*/ 39329 h 363793"/>
              <a:gd name="csX33" fmla="*/ 2536723 w 5567448"/>
              <a:gd name="csY33" fmla="*/ 49161 h 363793"/>
              <a:gd name="csX34" fmla="*/ 2605548 w 5567448"/>
              <a:gd name="csY34" fmla="*/ 255639 h 363793"/>
              <a:gd name="csX35" fmla="*/ 2654710 w 5567448"/>
              <a:gd name="csY35" fmla="*/ 294968 h 363793"/>
              <a:gd name="csX36" fmla="*/ 2782529 w 5567448"/>
              <a:gd name="csY36" fmla="*/ 334297 h 363793"/>
              <a:gd name="csX37" fmla="*/ 2930013 w 5567448"/>
              <a:gd name="csY37" fmla="*/ 285135 h 363793"/>
              <a:gd name="csX38" fmla="*/ 3097161 w 5567448"/>
              <a:gd name="csY38" fmla="*/ 235974 h 363793"/>
              <a:gd name="csX39" fmla="*/ 3313471 w 5567448"/>
              <a:gd name="csY39" fmla="*/ 186813 h 363793"/>
              <a:gd name="csX40" fmla="*/ 3549445 w 5567448"/>
              <a:gd name="csY40" fmla="*/ 78658 h 363793"/>
              <a:gd name="csX41" fmla="*/ 3677264 w 5567448"/>
              <a:gd name="csY41" fmla="*/ 19664 h 363793"/>
              <a:gd name="csX42" fmla="*/ 3755923 w 5567448"/>
              <a:gd name="csY42" fmla="*/ 127819 h 363793"/>
              <a:gd name="csX43" fmla="*/ 3834581 w 5567448"/>
              <a:gd name="csY43" fmla="*/ 265471 h 363793"/>
              <a:gd name="csX44" fmla="*/ 3864077 w 5567448"/>
              <a:gd name="csY44" fmla="*/ 294968 h 363793"/>
              <a:gd name="csX45" fmla="*/ 3913239 w 5567448"/>
              <a:gd name="csY45" fmla="*/ 314632 h 363793"/>
              <a:gd name="csX46" fmla="*/ 4404852 w 5567448"/>
              <a:gd name="csY46" fmla="*/ 216310 h 363793"/>
              <a:gd name="csX47" fmla="*/ 4493342 w 5567448"/>
              <a:gd name="csY47" fmla="*/ 167148 h 363793"/>
              <a:gd name="csX48" fmla="*/ 4522839 w 5567448"/>
              <a:gd name="csY48" fmla="*/ 137651 h 363793"/>
              <a:gd name="csX49" fmla="*/ 4581832 w 5567448"/>
              <a:gd name="csY49" fmla="*/ 117987 h 363793"/>
              <a:gd name="csX50" fmla="*/ 4650658 w 5567448"/>
              <a:gd name="csY50" fmla="*/ 176980 h 363793"/>
              <a:gd name="csX51" fmla="*/ 4719484 w 5567448"/>
              <a:gd name="csY51" fmla="*/ 255639 h 363793"/>
              <a:gd name="csX52" fmla="*/ 4827639 w 5567448"/>
              <a:gd name="csY52" fmla="*/ 275303 h 363793"/>
              <a:gd name="csX53" fmla="*/ 4866968 w 5567448"/>
              <a:gd name="csY53" fmla="*/ 285135 h 363793"/>
              <a:gd name="csX54" fmla="*/ 4925961 w 5567448"/>
              <a:gd name="csY54" fmla="*/ 226142 h 363793"/>
              <a:gd name="csX55" fmla="*/ 5132439 w 5567448"/>
              <a:gd name="csY55" fmla="*/ 147484 h 363793"/>
              <a:gd name="csX56" fmla="*/ 5240594 w 5567448"/>
              <a:gd name="csY56" fmla="*/ 39329 h 363793"/>
              <a:gd name="csX57" fmla="*/ 5358581 w 5567448"/>
              <a:gd name="csY57" fmla="*/ 147484 h 363793"/>
              <a:gd name="csX58" fmla="*/ 5358581 w 5567448"/>
              <a:gd name="csY58" fmla="*/ 147484 h 363793"/>
              <a:gd name="csX59" fmla="*/ 5397910 w 5567448"/>
              <a:gd name="csY59" fmla="*/ 176980 h 363793"/>
              <a:gd name="csX60" fmla="*/ 5496232 w 5567448"/>
              <a:gd name="csY60" fmla="*/ 206477 h 363793"/>
              <a:gd name="csX61" fmla="*/ 5525729 w 5567448"/>
              <a:gd name="csY61" fmla="*/ 235974 h 363793"/>
              <a:gd name="csX62" fmla="*/ 5565058 w 5567448"/>
              <a:gd name="csY62" fmla="*/ 294968 h 363793"/>
              <a:gd name="csX63" fmla="*/ 5545394 w 5567448"/>
              <a:gd name="csY63" fmla="*/ 255639 h 363793"/>
              <a:gd name="csX64" fmla="*/ 5545394 w 5567448"/>
              <a:gd name="csY64" fmla="*/ 216310 h 3637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5567448" h="363793">
                <a:moveTo>
                  <a:pt x="0" y="0"/>
                </a:moveTo>
                <a:cubicBezTo>
                  <a:pt x="92525" y="55516"/>
                  <a:pt x="7160" y="-1109"/>
                  <a:pt x="98323" y="78658"/>
                </a:cubicBezTo>
                <a:cubicBezTo>
                  <a:pt x="145917" y="120302"/>
                  <a:pt x="111781" y="73178"/>
                  <a:pt x="157316" y="127819"/>
                </a:cubicBezTo>
                <a:cubicBezTo>
                  <a:pt x="164881" y="136897"/>
                  <a:pt x="169891" y="147862"/>
                  <a:pt x="176981" y="157316"/>
                </a:cubicBezTo>
                <a:cubicBezTo>
                  <a:pt x="189572" y="174104"/>
                  <a:pt x="202491" y="190684"/>
                  <a:pt x="216310" y="206477"/>
                </a:cubicBezTo>
                <a:cubicBezTo>
                  <a:pt x="225466" y="216941"/>
                  <a:pt x="236650" y="225510"/>
                  <a:pt x="245806" y="235974"/>
                </a:cubicBezTo>
                <a:cubicBezTo>
                  <a:pt x="259625" y="251767"/>
                  <a:pt x="270296" y="270296"/>
                  <a:pt x="285135" y="285135"/>
                </a:cubicBezTo>
                <a:cubicBezTo>
                  <a:pt x="328366" y="328365"/>
                  <a:pt x="355786" y="335209"/>
                  <a:pt x="412955" y="363793"/>
                </a:cubicBezTo>
                <a:cubicBezTo>
                  <a:pt x="481781" y="360516"/>
                  <a:pt x="551060" y="362507"/>
                  <a:pt x="619432" y="353961"/>
                </a:cubicBezTo>
                <a:cubicBezTo>
                  <a:pt x="631158" y="352495"/>
                  <a:pt x="640146" y="342202"/>
                  <a:pt x="648929" y="334297"/>
                </a:cubicBezTo>
                <a:cubicBezTo>
                  <a:pt x="673045" y="312593"/>
                  <a:pt x="717755" y="265471"/>
                  <a:pt x="717755" y="265471"/>
                </a:cubicBezTo>
                <a:cubicBezTo>
                  <a:pt x="735882" y="192960"/>
                  <a:pt x="716402" y="258797"/>
                  <a:pt x="747252" y="186813"/>
                </a:cubicBezTo>
                <a:cubicBezTo>
                  <a:pt x="767417" y="139762"/>
                  <a:pt x="743842" y="165141"/>
                  <a:pt x="786581" y="108155"/>
                </a:cubicBezTo>
                <a:cubicBezTo>
                  <a:pt x="794924" y="97031"/>
                  <a:pt x="805520" y="87707"/>
                  <a:pt x="816077" y="78658"/>
                </a:cubicBezTo>
                <a:cubicBezTo>
                  <a:pt x="837422" y="60362"/>
                  <a:pt x="861556" y="45061"/>
                  <a:pt x="884903" y="29497"/>
                </a:cubicBezTo>
                <a:cubicBezTo>
                  <a:pt x="904568" y="39329"/>
                  <a:pt x="925604" y="46798"/>
                  <a:pt x="943897" y="58993"/>
                </a:cubicBezTo>
                <a:cubicBezTo>
                  <a:pt x="980103" y="83130"/>
                  <a:pt x="989251" y="122107"/>
                  <a:pt x="1012723" y="157316"/>
                </a:cubicBezTo>
                <a:cubicBezTo>
                  <a:pt x="1030210" y="183547"/>
                  <a:pt x="1066741" y="224686"/>
                  <a:pt x="1091381" y="245806"/>
                </a:cubicBezTo>
                <a:cubicBezTo>
                  <a:pt x="1129532" y="278508"/>
                  <a:pt x="1166937" y="279289"/>
                  <a:pt x="1219200" y="294968"/>
                </a:cubicBezTo>
                <a:cubicBezTo>
                  <a:pt x="1248697" y="288413"/>
                  <a:pt x="1279917" y="287206"/>
                  <a:pt x="1307690" y="275303"/>
                </a:cubicBezTo>
                <a:cubicBezTo>
                  <a:pt x="1334621" y="263761"/>
                  <a:pt x="1363937" y="226647"/>
                  <a:pt x="1386348" y="206477"/>
                </a:cubicBezTo>
                <a:cubicBezTo>
                  <a:pt x="1457775" y="142193"/>
                  <a:pt x="1436796" y="158511"/>
                  <a:pt x="1504335" y="117987"/>
                </a:cubicBezTo>
                <a:cubicBezTo>
                  <a:pt x="1514167" y="104877"/>
                  <a:pt x="1521584" y="89545"/>
                  <a:pt x="1533832" y="78658"/>
                </a:cubicBezTo>
                <a:cubicBezTo>
                  <a:pt x="1551496" y="62957"/>
                  <a:pt x="1592826" y="39329"/>
                  <a:pt x="1592826" y="39329"/>
                </a:cubicBezTo>
                <a:cubicBezTo>
                  <a:pt x="1619068" y="91813"/>
                  <a:pt x="1640059" y="137431"/>
                  <a:pt x="1671484" y="186813"/>
                </a:cubicBezTo>
                <a:cubicBezTo>
                  <a:pt x="1678967" y="198571"/>
                  <a:pt x="1715152" y="247387"/>
                  <a:pt x="1730477" y="255639"/>
                </a:cubicBezTo>
                <a:cubicBezTo>
                  <a:pt x="1761557" y="272374"/>
                  <a:pt x="1794461" y="286792"/>
                  <a:pt x="1828800" y="294968"/>
                </a:cubicBezTo>
                <a:cubicBezTo>
                  <a:pt x="1864016" y="303353"/>
                  <a:pt x="1900903" y="301523"/>
                  <a:pt x="1936955" y="304800"/>
                </a:cubicBezTo>
                <a:cubicBezTo>
                  <a:pt x="1991368" y="277593"/>
                  <a:pt x="2033580" y="254445"/>
                  <a:pt x="2094271" y="235974"/>
                </a:cubicBezTo>
                <a:cubicBezTo>
                  <a:pt x="2136103" y="223243"/>
                  <a:pt x="2179669" y="217082"/>
                  <a:pt x="2222090" y="206477"/>
                </a:cubicBezTo>
                <a:cubicBezTo>
                  <a:pt x="2271450" y="194137"/>
                  <a:pt x="2320413" y="180258"/>
                  <a:pt x="2369574" y="167148"/>
                </a:cubicBezTo>
                <a:cubicBezTo>
                  <a:pt x="2400653" y="142285"/>
                  <a:pt x="2456635" y="100466"/>
                  <a:pt x="2477729" y="68826"/>
                </a:cubicBezTo>
                <a:lnTo>
                  <a:pt x="2497394" y="39329"/>
                </a:lnTo>
                <a:cubicBezTo>
                  <a:pt x="2510504" y="42606"/>
                  <a:pt x="2529914" y="37489"/>
                  <a:pt x="2536723" y="49161"/>
                </a:cubicBezTo>
                <a:cubicBezTo>
                  <a:pt x="2717392" y="358883"/>
                  <a:pt x="2418312" y="-35615"/>
                  <a:pt x="2605548" y="255639"/>
                </a:cubicBezTo>
                <a:cubicBezTo>
                  <a:pt x="2616896" y="273292"/>
                  <a:pt x="2637005" y="283701"/>
                  <a:pt x="2654710" y="294968"/>
                </a:cubicBezTo>
                <a:cubicBezTo>
                  <a:pt x="2712402" y="331681"/>
                  <a:pt x="2715160" y="324672"/>
                  <a:pt x="2782529" y="334297"/>
                </a:cubicBezTo>
                <a:cubicBezTo>
                  <a:pt x="3016363" y="267486"/>
                  <a:pt x="2666959" y="369312"/>
                  <a:pt x="2930013" y="285135"/>
                </a:cubicBezTo>
                <a:cubicBezTo>
                  <a:pt x="2985326" y="267435"/>
                  <a:pt x="3040905" y="250399"/>
                  <a:pt x="3097161" y="235974"/>
                </a:cubicBezTo>
                <a:cubicBezTo>
                  <a:pt x="3168786" y="217609"/>
                  <a:pt x="3242026" y="205865"/>
                  <a:pt x="3313471" y="186813"/>
                </a:cubicBezTo>
                <a:cubicBezTo>
                  <a:pt x="3396085" y="164783"/>
                  <a:pt x="3473734" y="111106"/>
                  <a:pt x="3549445" y="78658"/>
                </a:cubicBezTo>
                <a:cubicBezTo>
                  <a:pt x="3638479" y="40500"/>
                  <a:pt x="3595946" y="60324"/>
                  <a:pt x="3677264" y="19664"/>
                </a:cubicBezTo>
                <a:cubicBezTo>
                  <a:pt x="3703484" y="55716"/>
                  <a:pt x="3732119" y="90129"/>
                  <a:pt x="3755923" y="127819"/>
                </a:cubicBezTo>
                <a:cubicBezTo>
                  <a:pt x="3782365" y="169685"/>
                  <a:pt x="3797903" y="228792"/>
                  <a:pt x="3834581" y="265471"/>
                </a:cubicBezTo>
                <a:cubicBezTo>
                  <a:pt x="3844413" y="275303"/>
                  <a:pt x="3852286" y="287599"/>
                  <a:pt x="3864077" y="294968"/>
                </a:cubicBezTo>
                <a:cubicBezTo>
                  <a:pt x="3879044" y="304322"/>
                  <a:pt x="3896852" y="308077"/>
                  <a:pt x="3913239" y="314632"/>
                </a:cubicBezTo>
                <a:cubicBezTo>
                  <a:pt x="4107604" y="305797"/>
                  <a:pt x="4218736" y="319710"/>
                  <a:pt x="4404852" y="216310"/>
                </a:cubicBezTo>
                <a:cubicBezTo>
                  <a:pt x="4434349" y="199923"/>
                  <a:pt x="4465266" y="185865"/>
                  <a:pt x="4493342" y="167148"/>
                </a:cubicBezTo>
                <a:cubicBezTo>
                  <a:pt x="4504912" y="159435"/>
                  <a:pt x="4510684" y="144404"/>
                  <a:pt x="4522839" y="137651"/>
                </a:cubicBezTo>
                <a:cubicBezTo>
                  <a:pt x="4540959" y="127585"/>
                  <a:pt x="4562168" y="124542"/>
                  <a:pt x="4581832" y="117987"/>
                </a:cubicBezTo>
                <a:cubicBezTo>
                  <a:pt x="4604774" y="137651"/>
                  <a:pt x="4630332" y="154622"/>
                  <a:pt x="4650658" y="176980"/>
                </a:cubicBezTo>
                <a:cubicBezTo>
                  <a:pt x="4682003" y="211459"/>
                  <a:pt x="4670511" y="239315"/>
                  <a:pt x="4719484" y="255639"/>
                </a:cubicBezTo>
                <a:cubicBezTo>
                  <a:pt x="4754246" y="267226"/>
                  <a:pt x="4791708" y="268117"/>
                  <a:pt x="4827639" y="275303"/>
                </a:cubicBezTo>
                <a:cubicBezTo>
                  <a:pt x="4840890" y="277953"/>
                  <a:pt x="4853858" y="281858"/>
                  <a:pt x="4866968" y="285135"/>
                </a:cubicBezTo>
                <a:cubicBezTo>
                  <a:pt x="4886632" y="265471"/>
                  <a:pt x="4899381" y="234320"/>
                  <a:pt x="4925961" y="226142"/>
                </a:cubicBezTo>
                <a:cubicBezTo>
                  <a:pt x="5081799" y="178192"/>
                  <a:pt x="5013909" y="206749"/>
                  <a:pt x="5132439" y="147484"/>
                </a:cubicBezTo>
                <a:cubicBezTo>
                  <a:pt x="5210263" y="47423"/>
                  <a:pt x="5167840" y="75704"/>
                  <a:pt x="5240594" y="39329"/>
                </a:cubicBezTo>
                <a:cubicBezTo>
                  <a:pt x="5324451" y="72871"/>
                  <a:pt x="5278919" y="45061"/>
                  <a:pt x="5358581" y="147484"/>
                </a:cubicBezTo>
                <a:lnTo>
                  <a:pt x="5358581" y="147484"/>
                </a:lnTo>
                <a:cubicBezTo>
                  <a:pt x="5371691" y="157316"/>
                  <a:pt x="5383253" y="169652"/>
                  <a:pt x="5397910" y="176980"/>
                </a:cubicBezTo>
                <a:cubicBezTo>
                  <a:pt x="5421852" y="188951"/>
                  <a:pt x="5468002" y="199420"/>
                  <a:pt x="5496232" y="206477"/>
                </a:cubicBezTo>
                <a:cubicBezTo>
                  <a:pt x="5506064" y="216309"/>
                  <a:pt x="5517192" y="224998"/>
                  <a:pt x="5525729" y="235974"/>
                </a:cubicBezTo>
                <a:cubicBezTo>
                  <a:pt x="5540239" y="254630"/>
                  <a:pt x="5548346" y="278256"/>
                  <a:pt x="5565058" y="294968"/>
                </a:cubicBezTo>
                <a:cubicBezTo>
                  <a:pt x="5575422" y="305332"/>
                  <a:pt x="5548949" y="269858"/>
                  <a:pt x="5545394" y="255639"/>
                </a:cubicBezTo>
                <a:cubicBezTo>
                  <a:pt x="5542215" y="242921"/>
                  <a:pt x="5545394" y="229420"/>
                  <a:pt x="5545394" y="21631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94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BCE148-D48E-8EF1-7D17-1928265BB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87" y="1648894"/>
            <a:ext cx="5299788" cy="506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FC6405-4E5E-A078-A077-9D1995D66D0D}"/>
              </a:ext>
            </a:extLst>
          </p:cNvPr>
          <p:cNvSpPr txBox="1"/>
          <p:nvPr/>
        </p:nvSpPr>
        <p:spPr>
          <a:xfrm>
            <a:off x="5781368" y="5654135"/>
            <a:ext cx="320531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Pushed changes to my repo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129E4B-B448-7C94-4BA5-D2EF889AF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86" y="147356"/>
            <a:ext cx="5299788" cy="13766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DB51D1-0FC3-DDDA-3D71-2EEC914688DB}"/>
              </a:ext>
            </a:extLst>
          </p:cNvPr>
          <p:cNvSpPr txBox="1"/>
          <p:nvPr/>
        </p:nvSpPr>
        <p:spPr>
          <a:xfrm>
            <a:off x="6096000" y="256873"/>
            <a:ext cx="320531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Changed to Lakes branch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F0A88D-947F-C03F-FC8A-6184D689F4C5}"/>
              </a:ext>
            </a:extLst>
          </p:cNvPr>
          <p:cNvSpPr txBox="1"/>
          <p:nvPr/>
        </p:nvSpPr>
        <p:spPr>
          <a:xfrm>
            <a:off x="6096000" y="3244334"/>
            <a:ext cx="320531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Changed to main branch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0DBE6C-C9F2-6AB8-C9D4-17764A504B1E}"/>
              </a:ext>
            </a:extLst>
          </p:cNvPr>
          <p:cNvCxnSpPr>
            <a:cxnSpLocks/>
          </p:cNvCxnSpPr>
          <p:nvPr/>
        </p:nvCxnSpPr>
        <p:spPr>
          <a:xfrm flipH="1">
            <a:off x="4807974" y="347807"/>
            <a:ext cx="1288026" cy="937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A1B933-A671-E1B3-6926-D028FC7E8820}"/>
              </a:ext>
            </a:extLst>
          </p:cNvPr>
          <p:cNvCxnSpPr>
            <a:cxnSpLocks/>
          </p:cNvCxnSpPr>
          <p:nvPr/>
        </p:nvCxnSpPr>
        <p:spPr>
          <a:xfrm flipH="1">
            <a:off x="4050890" y="3514922"/>
            <a:ext cx="2045110" cy="987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EC8ED1-5C47-5461-EFC9-90857E9B9996}"/>
              </a:ext>
            </a:extLst>
          </p:cNvPr>
          <p:cNvSpPr txBox="1"/>
          <p:nvPr/>
        </p:nvSpPr>
        <p:spPr>
          <a:xfrm>
            <a:off x="5899356" y="2334795"/>
            <a:ext cx="320531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Pushed changes to my repo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00227F-5EE6-B40A-F9FF-E00B63404D6E}"/>
              </a:ext>
            </a:extLst>
          </p:cNvPr>
          <p:cNvSpPr txBox="1"/>
          <p:nvPr/>
        </p:nvSpPr>
        <p:spPr>
          <a:xfrm>
            <a:off x="6096000" y="1037417"/>
            <a:ext cx="3205316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 List of Lakes.txt</a:t>
            </a:r>
          </a:p>
          <a:p>
            <a:r>
              <a:rPr lang="en-US" dirty="0"/>
              <a:t>Added a lake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ACC07-E818-46F6-29B0-39DCF7ED1025}"/>
              </a:ext>
            </a:extLst>
          </p:cNvPr>
          <p:cNvSpPr txBox="1"/>
          <p:nvPr/>
        </p:nvSpPr>
        <p:spPr>
          <a:xfrm>
            <a:off x="5781368" y="4412717"/>
            <a:ext cx="3205316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Changed List of Lakes.txt</a:t>
            </a:r>
          </a:p>
          <a:p>
            <a:r>
              <a:rPr lang="en-US" dirty="0"/>
              <a:t>Added a lake-Different line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B3E3E8-BFDC-96EA-13C6-F1716BF84F06}"/>
              </a:ext>
            </a:extLst>
          </p:cNvPr>
          <p:cNvCxnSpPr>
            <a:cxnSpLocks/>
          </p:cNvCxnSpPr>
          <p:nvPr/>
        </p:nvCxnSpPr>
        <p:spPr>
          <a:xfrm flipH="1" flipV="1">
            <a:off x="4286862" y="1033545"/>
            <a:ext cx="1809137" cy="2657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F27149-E657-4E98-2189-F6C07BE6208D}"/>
              </a:ext>
            </a:extLst>
          </p:cNvPr>
          <p:cNvCxnSpPr>
            <a:cxnSpLocks/>
          </p:cNvCxnSpPr>
          <p:nvPr/>
        </p:nvCxnSpPr>
        <p:spPr>
          <a:xfrm flipH="1">
            <a:off x="4149213" y="2447156"/>
            <a:ext cx="173047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2A183D-CFBF-38AF-C57E-71260F681CFD}"/>
              </a:ext>
            </a:extLst>
          </p:cNvPr>
          <p:cNvCxnSpPr/>
          <p:nvPr/>
        </p:nvCxnSpPr>
        <p:spPr>
          <a:xfrm flipH="1">
            <a:off x="4149213" y="4552335"/>
            <a:ext cx="16321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4B71E7-98A4-3EAA-3851-91D8D6D6DA9C}"/>
              </a:ext>
            </a:extLst>
          </p:cNvPr>
          <p:cNvCxnSpPr/>
          <p:nvPr/>
        </p:nvCxnSpPr>
        <p:spPr>
          <a:xfrm flipH="1">
            <a:off x="4149212" y="5838801"/>
            <a:ext cx="16321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14421C3-BC71-ED2C-4349-E8A7F34B93AE}"/>
              </a:ext>
            </a:extLst>
          </p:cNvPr>
          <p:cNvSpPr txBox="1"/>
          <p:nvPr/>
        </p:nvSpPr>
        <p:spPr>
          <a:xfrm>
            <a:off x="9920748" y="147356"/>
            <a:ext cx="2153466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Scenario for Merge Changes</a:t>
            </a:r>
          </a:p>
        </p:txBody>
      </p:sp>
    </p:spTree>
    <p:extLst>
      <p:ext uri="{BB962C8B-B14F-4D97-AF65-F5344CB8AC3E}">
        <p14:creationId xmlns:p14="http://schemas.microsoft.com/office/powerpoint/2010/main" val="4025800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547C18-FE19-2955-6A42-92E0CBCB3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75" y="129318"/>
            <a:ext cx="6312224" cy="14669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02D44F-609D-4382-3FD1-3AFEA641EB43}"/>
              </a:ext>
            </a:extLst>
          </p:cNvPr>
          <p:cNvSpPr/>
          <p:nvPr/>
        </p:nvSpPr>
        <p:spPr>
          <a:xfrm>
            <a:off x="1612490" y="462116"/>
            <a:ext cx="963562" cy="245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0A9A6E-4C52-D17C-6F09-9C8F23EF6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7" y="1929041"/>
            <a:ext cx="8122067" cy="18733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18AD89-C62C-1F64-C6E2-C6DAA1EEA56F}"/>
              </a:ext>
            </a:extLst>
          </p:cNvPr>
          <p:cNvSpPr/>
          <p:nvPr/>
        </p:nvSpPr>
        <p:spPr>
          <a:xfrm>
            <a:off x="7074310" y="2118852"/>
            <a:ext cx="963562" cy="2458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941B8A-2870-205B-EBC0-A94356433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7" y="3802387"/>
            <a:ext cx="8249074" cy="156853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858B23-9720-3769-7EB1-AF484CF0069F}"/>
              </a:ext>
            </a:extLst>
          </p:cNvPr>
          <p:cNvSpPr/>
          <p:nvPr/>
        </p:nvSpPr>
        <p:spPr>
          <a:xfrm>
            <a:off x="1376516" y="4454013"/>
            <a:ext cx="875071" cy="2949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C5862-D0CA-1DB0-86F6-81A4AF16F302}"/>
              </a:ext>
            </a:extLst>
          </p:cNvPr>
          <p:cNvSpPr/>
          <p:nvPr/>
        </p:nvSpPr>
        <p:spPr>
          <a:xfrm>
            <a:off x="6941574" y="4906297"/>
            <a:ext cx="1096298" cy="2949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820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4EF039-EAB6-C8E4-6152-361A670D3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78"/>
            <a:ext cx="6077262" cy="36231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FF6532-4866-9A19-3ED1-CC63AC721CC5}"/>
              </a:ext>
            </a:extLst>
          </p:cNvPr>
          <p:cNvSpPr/>
          <p:nvPr/>
        </p:nvSpPr>
        <p:spPr>
          <a:xfrm>
            <a:off x="530940" y="786580"/>
            <a:ext cx="1425677" cy="481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4944AB-FFA1-71A3-40E8-193065E5E5C3}"/>
              </a:ext>
            </a:extLst>
          </p:cNvPr>
          <p:cNvSpPr/>
          <p:nvPr/>
        </p:nvSpPr>
        <p:spPr>
          <a:xfrm>
            <a:off x="530941" y="1735393"/>
            <a:ext cx="1425677" cy="481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898214-90B9-EEA9-2D8E-DCE48A7B7E57}"/>
              </a:ext>
            </a:extLst>
          </p:cNvPr>
          <p:cNvSpPr/>
          <p:nvPr/>
        </p:nvSpPr>
        <p:spPr>
          <a:xfrm>
            <a:off x="4543430" y="3219870"/>
            <a:ext cx="1425677" cy="481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FD2A4A-42CE-1271-15ED-0E0B70485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89" y="3302865"/>
            <a:ext cx="6045511" cy="35498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2749908-6F65-77D2-BFEB-2519B1A6AD4D}"/>
              </a:ext>
            </a:extLst>
          </p:cNvPr>
          <p:cNvSpPr/>
          <p:nvPr/>
        </p:nvSpPr>
        <p:spPr>
          <a:xfrm>
            <a:off x="6927752" y="6320981"/>
            <a:ext cx="1425677" cy="481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78291-E657-363F-6BA4-78ACC6130D25}"/>
              </a:ext>
            </a:extLst>
          </p:cNvPr>
          <p:cNvSpPr txBox="1"/>
          <p:nvPr/>
        </p:nvSpPr>
        <p:spPr>
          <a:xfrm>
            <a:off x="6705600" y="530942"/>
            <a:ext cx="3195484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Insert a title and add a description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5E056D-3320-8BF9-D4BC-4F6013EBD2AF}"/>
              </a:ext>
            </a:extLst>
          </p:cNvPr>
          <p:cNvCxnSpPr/>
          <p:nvPr/>
        </p:nvCxnSpPr>
        <p:spPr>
          <a:xfrm flipH="1">
            <a:off x="1956617" y="658761"/>
            <a:ext cx="4748983" cy="8160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B4417F-6DBB-74BB-2A21-0535207342FB}"/>
              </a:ext>
            </a:extLst>
          </p:cNvPr>
          <p:cNvSpPr txBox="1"/>
          <p:nvPr/>
        </p:nvSpPr>
        <p:spPr>
          <a:xfrm>
            <a:off x="1243778" y="3805085"/>
            <a:ext cx="2703871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Create a Pull Request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6F2153-D6BB-1224-562A-D1D1F37CAE28}"/>
              </a:ext>
            </a:extLst>
          </p:cNvPr>
          <p:cNvCxnSpPr/>
          <p:nvPr/>
        </p:nvCxnSpPr>
        <p:spPr>
          <a:xfrm flipV="1">
            <a:off x="3947649" y="3460760"/>
            <a:ext cx="595781" cy="4721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F05703-9A3A-F901-4716-47C3BA594578}"/>
              </a:ext>
            </a:extLst>
          </p:cNvPr>
          <p:cNvSpPr txBox="1"/>
          <p:nvPr/>
        </p:nvSpPr>
        <p:spPr>
          <a:xfrm>
            <a:off x="3987905" y="6377205"/>
            <a:ext cx="228108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Merge Request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35A8DD-6975-B3DB-1A0A-5A658F449B64}"/>
              </a:ext>
            </a:extLst>
          </p:cNvPr>
          <p:cNvCxnSpPr/>
          <p:nvPr/>
        </p:nvCxnSpPr>
        <p:spPr>
          <a:xfrm>
            <a:off x="6331974" y="6449961"/>
            <a:ext cx="595778" cy="1119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099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6FFFE-E523-EFC2-5597-CBECADC5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95" y="108594"/>
            <a:ext cx="5943905" cy="2825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AF06C2-77A8-F21B-7585-AA01AC9BA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57" y="3031828"/>
            <a:ext cx="6343976" cy="36260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47A7D0-BAF5-06F8-1D08-08ADB6C12CDA}"/>
              </a:ext>
            </a:extLst>
          </p:cNvPr>
          <p:cNvSpPr/>
          <p:nvPr/>
        </p:nvSpPr>
        <p:spPr>
          <a:xfrm>
            <a:off x="806245" y="3313471"/>
            <a:ext cx="914400" cy="4424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A38A34-41E5-2864-6E1D-6B32A182C325}"/>
              </a:ext>
            </a:extLst>
          </p:cNvPr>
          <p:cNvSpPr/>
          <p:nvPr/>
        </p:nvSpPr>
        <p:spPr>
          <a:xfrm>
            <a:off x="1401096" y="5412658"/>
            <a:ext cx="2423651" cy="4424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54A2E-817D-6EAB-1F0B-16F91261CA77}"/>
              </a:ext>
            </a:extLst>
          </p:cNvPr>
          <p:cNvSpPr/>
          <p:nvPr/>
        </p:nvSpPr>
        <p:spPr>
          <a:xfrm>
            <a:off x="835742" y="2319481"/>
            <a:ext cx="914400" cy="4424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9C0A08-F4BD-A7ED-B5EB-7BFEBAAFF446}"/>
              </a:ext>
            </a:extLst>
          </p:cNvPr>
          <p:cNvSpPr txBox="1"/>
          <p:nvPr/>
        </p:nvSpPr>
        <p:spPr>
          <a:xfrm>
            <a:off x="3348968" y="2319481"/>
            <a:ext cx="242256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Click to confirm merge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E80E6-AC05-3089-10FA-0FFB1984DD27}"/>
              </a:ext>
            </a:extLst>
          </p:cNvPr>
          <p:cNvSpPr txBox="1"/>
          <p:nvPr/>
        </p:nvSpPr>
        <p:spPr>
          <a:xfrm>
            <a:off x="7049729" y="4178710"/>
            <a:ext cx="302833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Shows completed merge.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115556-A1D1-0C68-62F2-4C644C99E9AF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1877961" y="3667432"/>
            <a:ext cx="5171768" cy="6959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8F5CA6-D3BE-1AEC-09EA-3A358D895D75}"/>
              </a:ext>
            </a:extLst>
          </p:cNvPr>
          <p:cNvCxnSpPr>
            <a:cxnSpLocks/>
          </p:cNvCxnSpPr>
          <p:nvPr/>
        </p:nvCxnSpPr>
        <p:spPr>
          <a:xfrm flipH="1">
            <a:off x="3824747" y="4540045"/>
            <a:ext cx="3224982" cy="11058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473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9E973-4745-4118-DDE0-1221EB9ED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68" y="88491"/>
            <a:ext cx="4648897" cy="53782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9668B2-45DE-03DB-DE9F-EE14DA254087}"/>
              </a:ext>
            </a:extLst>
          </p:cNvPr>
          <p:cNvSpPr txBox="1"/>
          <p:nvPr/>
        </p:nvSpPr>
        <p:spPr>
          <a:xfrm>
            <a:off x="9370143" y="698090"/>
            <a:ext cx="174030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Revert 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F0E40-9C87-381A-01D3-C96B12DA22A8}"/>
              </a:ext>
            </a:extLst>
          </p:cNvPr>
          <p:cNvSpPr txBox="1"/>
          <p:nvPr/>
        </p:nvSpPr>
        <p:spPr>
          <a:xfrm>
            <a:off x="5191432" y="2782669"/>
            <a:ext cx="2536723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Revert the commit b21ab65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74632-78B0-D6BE-0193-232D2F05B1C2}"/>
              </a:ext>
            </a:extLst>
          </p:cNvPr>
          <p:cNvSpPr txBox="1"/>
          <p:nvPr/>
        </p:nvSpPr>
        <p:spPr>
          <a:xfrm>
            <a:off x="5191432" y="4237703"/>
            <a:ext cx="199595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Push to the Repo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1B9C2-DEA8-D3F5-D459-D7A73752902F}"/>
              </a:ext>
            </a:extLst>
          </p:cNvPr>
          <p:cNvSpPr txBox="1"/>
          <p:nvPr/>
        </p:nvSpPr>
        <p:spPr>
          <a:xfrm>
            <a:off x="5191432" y="1067422"/>
            <a:ext cx="1995950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Pull to make sure everything is up to date</a:t>
            </a:r>
          </a:p>
        </p:txBody>
      </p:sp>
    </p:spTree>
    <p:extLst>
      <p:ext uri="{BB962C8B-B14F-4D97-AF65-F5344CB8AC3E}">
        <p14:creationId xmlns:p14="http://schemas.microsoft.com/office/powerpoint/2010/main" val="3768486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E6E241-701F-8DB6-A8D9-F65B05358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35" y="131020"/>
            <a:ext cx="6255071" cy="2997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5A87EF-6E50-8518-4670-43A33D207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31171"/>
            <a:ext cx="6255071" cy="11621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3FC0FB-E0F9-41E9-90D8-4F4C0FFE3F00}"/>
              </a:ext>
            </a:extLst>
          </p:cNvPr>
          <p:cNvSpPr/>
          <p:nvPr/>
        </p:nvSpPr>
        <p:spPr>
          <a:xfrm>
            <a:off x="432619" y="4660490"/>
            <a:ext cx="2507226" cy="3327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D37362-438D-F322-1AA2-1CC21D87FEFE}"/>
              </a:ext>
            </a:extLst>
          </p:cNvPr>
          <p:cNvSpPr txBox="1"/>
          <p:nvPr/>
        </p:nvSpPr>
        <p:spPr>
          <a:xfrm>
            <a:off x="6784258" y="786581"/>
            <a:ext cx="3500284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Confirming or editing the commit message for the new revert commit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54B0F-D187-B6B0-51F9-B568B375A335}"/>
              </a:ext>
            </a:extLst>
          </p:cNvPr>
          <p:cNvSpPr txBox="1"/>
          <p:nvPr/>
        </p:nvSpPr>
        <p:spPr>
          <a:xfrm>
            <a:off x="3372465" y="5240594"/>
            <a:ext cx="182880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Revert complete</a:t>
            </a:r>
          </a:p>
        </p:txBody>
      </p:sp>
    </p:spTree>
    <p:extLst>
      <p:ext uri="{BB962C8B-B14F-4D97-AF65-F5344CB8AC3E}">
        <p14:creationId xmlns:p14="http://schemas.microsoft.com/office/powerpoint/2010/main" val="900548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D31D9-3B17-E6E0-CDE4-296BFA8B7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58" y="295761"/>
            <a:ext cx="5778716" cy="21033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824178-5E72-4701-90A2-DB1CD7A89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58" y="2399070"/>
            <a:ext cx="5778716" cy="29202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310A79-E47A-1BFE-A87F-C4A20A1C0B22}"/>
              </a:ext>
            </a:extLst>
          </p:cNvPr>
          <p:cNvSpPr txBox="1"/>
          <p:nvPr/>
        </p:nvSpPr>
        <p:spPr>
          <a:xfrm>
            <a:off x="9183329" y="442452"/>
            <a:ext cx="2851355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Review a branch diff before deleting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D16A8-0645-355E-3E93-1DD37BD3948C}"/>
              </a:ext>
            </a:extLst>
          </p:cNvPr>
          <p:cNvSpPr txBox="1"/>
          <p:nvPr/>
        </p:nvSpPr>
        <p:spPr>
          <a:xfrm>
            <a:off x="6292645" y="176583"/>
            <a:ext cx="2418736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Everything that changed in Lakes since it branched off from main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EF5E63-FB60-6CD3-4048-5335C1AE4D3B}"/>
              </a:ext>
            </a:extLst>
          </p:cNvPr>
          <p:cNvCxnSpPr/>
          <p:nvPr/>
        </p:nvCxnSpPr>
        <p:spPr>
          <a:xfrm flipH="1">
            <a:off x="3215148" y="589935"/>
            <a:ext cx="3077497" cy="1756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DF1063-EA6B-923E-4268-D76F47A5BF27}"/>
              </a:ext>
            </a:extLst>
          </p:cNvPr>
          <p:cNvSpPr txBox="1"/>
          <p:nvPr/>
        </p:nvSpPr>
        <p:spPr>
          <a:xfrm>
            <a:off x="6292645" y="1789471"/>
            <a:ext cx="2418736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Shows the difference between the latest commit on main and the latest commit on lakes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8DEBFC-656D-24C0-8D6D-244FF56389E2}"/>
              </a:ext>
            </a:extLst>
          </p:cNvPr>
          <p:cNvCxnSpPr/>
          <p:nvPr/>
        </p:nvCxnSpPr>
        <p:spPr>
          <a:xfrm flipH="1" flipV="1">
            <a:off x="3057832" y="1691148"/>
            <a:ext cx="3234813" cy="3834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3898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62AE3F-E7D8-32DA-73B0-2EE31C397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294967"/>
            <a:ext cx="5452364" cy="17948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30ACD3-A1D9-BF1D-4EBC-D32D09642FF0}"/>
              </a:ext>
            </a:extLst>
          </p:cNvPr>
          <p:cNvSpPr txBox="1"/>
          <p:nvPr/>
        </p:nvSpPr>
        <p:spPr>
          <a:xfrm>
            <a:off x="6282813" y="816077"/>
            <a:ext cx="210410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Deleting a branch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F5E07-A0C7-438D-DBA7-055958AA4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2" y="3675944"/>
            <a:ext cx="6381134" cy="2184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7A19FF-7FDC-DD3D-254A-C57DFF95A0B5}"/>
              </a:ext>
            </a:extLst>
          </p:cNvPr>
          <p:cNvSpPr txBox="1"/>
          <p:nvPr/>
        </p:nvSpPr>
        <p:spPr>
          <a:xfrm>
            <a:off x="7089058" y="3675944"/>
            <a:ext cx="337246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Restoring a deleted branch</a:t>
            </a:r>
          </a:p>
        </p:txBody>
      </p:sp>
    </p:spTree>
    <p:extLst>
      <p:ext uri="{BB962C8B-B14F-4D97-AF65-F5344CB8AC3E}">
        <p14:creationId xmlns:p14="http://schemas.microsoft.com/office/powerpoint/2010/main" val="8681343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A5BB1E-6761-D64A-09BF-3A24C1F8E598}"/>
              </a:ext>
            </a:extLst>
          </p:cNvPr>
          <p:cNvSpPr txBox="1"/>
          <p:nvPr/>
        </p:nvSpPr>
        <p:spPr>
          <a:xfrm>
            <a:off x="3048000" y="1249654"/>
            <a:ext cx="6096000" cy="39703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 began my workflow by creating a new feature branch where I could make changes without affecting the main branch. After editing my files, I staged and committed the changes locally, then pushed the branch to GitHub. Once the branch was published, I opened a pull request to merge the updates into the main branch. Before deleting the branch, I reviewed the branch diff to confirm exactly what changes were introduced. After verifying the diff, I deleted the feature branch and later restored it using the commit reference associated with that branch. Finally, I demonstrated how to revert a previous change by creating a revert commit. This full sequence represents a complete Git workflow from branch creation through merging, cleanup, restoration, and change reversal.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E9018-6345-DC7B-FF68-4FE5A3F4B698}"/>
              </a:ext>
            </a:extLst>
          </p:cNvPr>
          <p:cNvSpPr txBox="1"/>
          <p:nvPr/>
        </p:nvSpPr>
        <p:spPr>
          <a:xfrm>
            <a:off x="4227871" y="403123"/>
            <a:ext cx="211393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Workflow Process</a:t>
            </a:r>
          </a:p>
        </p:txBody>
      </p:sp>
    </p:spTree>
    <p:extLst>
      <p:ext uri="{BB962C8B-B14F-4D97-AF65-F5344CB8AC3E}">
        <p14:creationId xmlns:p14="http://schemas.microsoft.com/office/powerpoint/2010/main" val="2374643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4141</TotalTime>
  <Words>937</Words>
  <Application>Microsoft Office PowerPoint</Application>
  <PresentationFormat>Widescreen</PresentationFormat>
  <Paragraphs>173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Aptos Display</vt:lpstr>
      <vt:lpstr>Arial</vt:lpstr>
      <vt:lpstr>Arial Unicode MS</vt:lpstr>
      <vt:lpstr>Lato Extended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Shaun Ratcliff</dc:creator>
  <cp:lastModifiedBy>Shaun Ratcliff</cp:lastModifiedBy>
  <cp:revision>1</cp:revision>
  <dcterms:created xsi:type="dcterms:W3CDTF">2026-01-25T18:31:16Z</dcterms:created>
  <dcterms:modified xsi:type="dcterms:W3CDTF">2026-03-07T14:45:32Z</dcterms:modified>
</cp:coreProperties>
</file>